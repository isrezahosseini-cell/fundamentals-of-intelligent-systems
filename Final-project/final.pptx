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1" r:id="rId2"/>
  </p:sldMasterIdLst>
  <p:notesMasterIdLst>
    <p:notesMasterId r:id="rId14"/>
  </p:notesMasterIdLst>
  <p:handoutMasterIdLst>
    <p:handoutMasterId r:id="rId15"/>
  </p:handoutMasterIdLst>
  <p:sldIdLst>
    <p:sldId id="2921" r:id="rId3"/>
    <p:sldId id="2920" r:id="rId4"/>
    <p:sldId id="2923" r:id="rId5"/>
    <p:sldId id="3138" r:id="rId6"/>
    <p:sldId id="3224" r:id="rId7"/>
    <p:sldId id="3139" r:id="rId8"/>
    <p:sldId id="2955" r:id="rId9"/>
    <p:sldId id="2953" r:id="rId10"/>
    <p:sldId id="3019" r:id="rId11"/>
    <p:sldId id="3049" r:id="rId12"/>
    <p:sldId id="3034" r:id="rId13"/>
  </p:sldIdLst>
  <p:sldSz cx="18288000" cy="10287000"/>
  <p:notesSz cx="6858000" cy="9144000"/>
  <p:embeddedFontLst>
    <p:embeddedFont>
      <p:font typeface="Josefin Sans" pitchFamily="2" charset="0"/>
      <p:regular r:id="rId16"/>
      <p:bold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>
      <a:defRPr lang="zh-CN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orient="horz" pos="4800" userDrawn="1">
          <p15:clr>
            <a:srgbClr val="A4A3A4"/>
          </p15:clr>
        </p15:guide>
        <p15:guide id="11" pos="75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rezahosseinii4@gmail.com" initials="m" lastIdx="1" clrIdx="0">
    <p:extLst>
      <p:ext uri="{19B8F6BF-5375-455C-9EA6-DF929625EA0E}">
        <p15:presenceInfo xmlns:p15="http://schemas.microsoft.com/office/powerpoint/2012/main" userId="9b86ca50b286ec0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2CF9"/>
    <a:srgbClr val="E0DDD8"/>
    <a:srgbClr val="E1DED9"/>
    <a:srgbClr val="F0EFEB"/>
    <a:srgbClr val="EEE6DD"/>
    <a:srgbClr val="EEEDE9"/>
    <a:srgbClr val="EAE6E2"/>
    <a:srgbClr val="000000"/>
    <a:srgbClr val="E7E7E7"/>
    <a:srgbClr val="E9E9E9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53" autoAdjust="0"/>
    <p:restoredTop sz="93861" autoAdjust="0"/>
  </p:normalViewPr>
  <p:slideViewPr>
    <p:cSldViewPr snapToGrid="0" showGuides="1">
      <p:cViewPr varScale="1">
        <p:scale>
          <a:sx n="31" d="100"/>
          <a:sy n="31" d="100"/>
        </p:scale>
        <p:origin x="62" y="1042"/>
      </p:cViewPr>
      <p:guideLst>
        <p:guide orient="horz" pos="4800"/>
        <p:guide pos="7512"/>
      </p:guideLst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5016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12T21:01:37.587" idx="1">
    <p:pos x="8349" y="0"/>
    <p:text/>
    <p:extLst>
      <p:ext uri="{C676402C-5697-4E1C-873F-D02D1690AC5C}">
        <p15:threadingInfo xmlns:p15="http://schemas.microsoft.com/office/powerpoint/2012/main" timeZoneBias="-21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Josefin Sans" pitchFamily="2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F343E-A4B4-4945-A289-F71CC24FF5E2}" type="datetimeFigureOut">
              <a:rPr lang="zh-CN" altLang="en-US" smtClean="0">
                <a:latin typeface="Josefin Sans" pitchFamily="2" charset="0"/>
              </a:rPr>
              <a:t>2026/2/12</a:t>
            </a:fld>
            <a:endParaRPr lang="zh-CN" altLang="en-US">
              <a:latin typeface="Josefin Sans" pitchFamily="2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Josefin Sans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E3BE7-4887-454D-AC07-8146F5385083}" type="slidenum">
              <a:rPr lang="zh-CN" altLang="en-US" smtClean="0">
                <a:latin typeface="Josefin Sans" pitchFamily="2" charset="0"/>
              </a:rPr>
              <a:t>‹#›</a:t>
            </a:fld>
            <a:endParaRPr lang="zh-CN" altLang="en-US">
              <a:latin typeface="Josefi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806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184EC83E-688E-43DA-BB76-712D53DE601D}" type="datetimeFigureOut">
              <a:rPr lang="zh-CN" altLang="en-US" smtClean="0"/>
              <a:pPr/>
              <a:t>2026/2/12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843456" y="3626645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Roboto" panose="02000000000000000000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042744" y="3626645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Roboto" panose="02000000000000000000" pitchFamily="2" charset="0"/>
              </a:defRPr>
            </a:lvl1pPr>
          </a:lstStyle>
          <a:p>
            <a:fld id="{BFEC4DAE-4541-43CA-A4FF-DC618A162F8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933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F304FC-74EA-2A20-59C9-953825642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D19E-258A-4F33-8F76-B97C6CFF08F5}" type="datetime4">
              <a:rPr lang="en-US" smtClean="0"/>
              <a:t>February 12,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C1ADD-A098-9B9F-62FF-6AA49E33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A251CF-B7BB-1BA1-3B1A-F1E39FBD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F125FFD0-50B0-4217-9CAC-5D904EA919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862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5E20B6C-B656-B9A7-C271-B3CF81FA250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BF3D19E-258A-4F33-8F76-B97C6CFF08F5}" type="datetime4">
              <a:rPr lang="en-US" smtClean="0"/>
              <a:t>February 12,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ABFFD3D-EA30-A516-01FE-7533426897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6BDEF4F-498A-BC74-5D26-B2FBFC101A5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US"/>
              <a:t>Page </a:t>
            </a:r>
            <a:fld id="{F125FFD0-50B0-4217-9CAC-5D904EA919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6849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C610FAA-5CE1-0D74-9E02-B6DF225B7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3D19E-258A-4F33-8F76-B97C6CFF08F5}" type="datetime4">
              <a:rPr lang="en-US" smtClean="0"/>
              <a:t>February 12,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FBC03CB-EE2D-CFAB-FA02-4315AA9F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F21E747-771B-E322-2096-40C4E48B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F125FFD0-50B0-4217-9CAC-5D904EA919D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519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4">
          <p15:clr>
            <a:srgbClr val="FBAE40"/>
          </p15:clr>
        </p15:guide>
        <p15:guide id="4" pos="1176">
          <p15:clr>
            <a:srgbClr val="FBAE40"/>
          </p15:clr>
        </p15:guide>
        <p15:guide id="5" pos="10392">
          <p15:clr>
            <a:srgbClr val="FBAE40"/>
          </p15:clr>
        </p15:guide>
        <p15:guide id="6" pos="6600">
          <p15:clr>
            <a:srgbClr val="FBAE40"/>
          </p15:clr>
        </p15:guide>
        <p15:guide id="7" pos="4944">
          <p15:clr>
            <a:srgbClr val="FBAE40"/>
          </p15:clr>
        </p15:guide>
        <p15:guide id="8" orient="horz" pos="936">
          <p15:clr>
            <a:srgbClr val="FBAE40"/>
          </p15:clr>
        </p15:guide>
        <p15:guide id="9" orient="horz" pos="21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952762" cy="10287000"/>
          </a:xfrm>
          <a:custGeom>
            <a:avLst/>
            <a:gdLst>
              <a:gd name="connsiteX0" fmla="*/ 0 w 10952762"/>
              <a:gd name="connsiteY0" fmla="*/ 0 h 10287000"/>
              <a:gd name="connsiteX1" fmla="*/ 10952762 w 10952762"/>
              <a:gd name="connsiteY1" fmla="*/ 0 h 10287000"/>
              <a:gd name="connsiteX2" fmla="*/ 5013561 w 10952762"/>
              <a:gd name="connsiteY2" fmla="*/ 10287000 h 10287000"/>
              <a:gd name="connsiteX3" fmla="*/ 0 w 10952762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52762" h="10287000">
                <a:moveTo>
                  <a:pt x="0" y="0"/>
                </a:moveTo>
                <a:lnTo>
                  <a:pt x="10952762" y="0"/>
                </a:lnTo>
                <a:lnTo>
                  <a:pt x="5013561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148ED-882D-3BF0-2383-C7DC73E454F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F2CC485-3D9B-4F41-88B6-1CF45264F336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ABDA7-02EA-056E-95D0-B6418428EA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70F09-8037-4178-A9A7-9E3E930CBEA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48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7335238" y="0"/>
            <a:ext cx="10952762" cy="10287000"/>
          </a:xfrm>
          <a:custGeom>
            <a:avLst/>
            <a:gdLst>
              <a:gd name="connsiteX0" fmla="*/ 5939201 w 10952762"/>
              <a:gd name="connsiteY0" fmla="*/ 0 h 10287000"/>
              <a:gd name="connsiteX1" fmla="*/ 10952762 w 10952762"/>
              <a:gd name="connsiteY1" fmla="*/ 0 h 10287000"/>
              <a:gd name="connsiteX2" fmla="*/ 10952762 w 10952762"/>
              <a:gd name="connsiteY2" fmla="*/ 10287000 h 10287000"/>
              <a:gd name="connsiteX3" fmla="*/ 0 w 10952762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952762" h="10287000">
                <a:moveTo>
                  <a:pt x="5939201" y="0"/>
                </a:moveTo>
                <a:lnTo>
                  <a:pt x="10952762" y="0"/>
                </a:lnTo>
                <a:lnTo>
                  <a:pt x="10952762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9A115-117C-485B-83BF-797AFDB1CBB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B26CB2B8-5B51-4AA0-9633-EDB1D481C2F6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23611-E605-5A83-2D74-1069B8C4FA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08A1D-BF04-6B6D-8276-361E9F36B1D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69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3274439" cy="10287000"/>
          </a:xfrm>
          <a:custGeom>
            <a:avLst/>
            <a:gdLst>
              <a:gd name="connsiteX0" fmla="*/ 0 w 13274439"/>
              <a:gd name="connsiteY0" fmla="*/ 0 h 10287000"/>
              <a:gd name="connsiteX1" fmla="*/ 1179874 w 13274439"/>
              <a:gd name="connsiteY1" fmla="*/ 0 h 10287000"/>
              <a:gd name="connsiteX2" fmla="*/ 1634612 w 13274439"/>
              <a:gd name="connsiteY2" fmla="*/ 0 h 10287000"/>
              <a:gd name="connsiteX3" fmla="*/ 13274439 w 13274439"/>
              <a:gd name="connsiteY3" fmla="*/ 0 h 10287000"/>
              <a:gd name="connsiteX4" fmla="*/ 7335238 w 13274439"/>
              <a:gd name="connsiteY4" fmla="*/ 10287000 h 10287000"/>
              <a:gd name="connsiteX5" fmla="*/ 1634612 w 13274439"/>
              <a:gd name="connsiteY5" fmla="*/ 10287000 h 10287000"/>
              <a:gd name="connsiteX6" fmla="*/ 1179874 w 13274439"/>
              <a:gd name="connsiteY6" fmla="*/ 10287000 h 10287000"/>
              <a:gd name="connsiteX7" fmla="*/ 0 w 13274439"/>
              <a:gd name="connsiteY7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74439" h="10287000">
                <a:moveTo>
                  <a:pt x="0" y="0"/>
                </a:moveTo>
                <a:lnTo>
                  <a:pt x="1179874" y="0"/>
                </a:lnTo>
                <a:lnTo>
                  <a:pt x="1634612" y="0"/>
                </a:lnTo>
                <a:lnTo>
                  <a:pt x="13274439" y="0"/>
                </a:lnTo>
                <a:lnTo>
                  <a:pt x="7335238" y="10287000"/>
                </a:lnTo>
                <a:lnTo>
                  <a:pt x="1634612" y="10287000"/>
                </a:lnTo>
                <a:lnTo>
                  <a:pt x="1179874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39920-4E30-DCA2-3B7E-DCF30CCF2D1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CF8A039E-C684-4B1A-86B8-41C5541225C5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63810-8A3D-0A8D-56D5-58C36F4851B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7729F-526E-4D0F-E5C4-157922DFBB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64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2" cy="10287000"/>
          </a:xfrm>
          <a:custGeom>
            <a:avLst/>
            <a:gdLst>
              <a:gd name="connsiteX0" fmla="*/ 0 w 18288002"/>
              <a:gd name="connsiteY0" fmla="*/ 0 h 10287000"/>
              <a:gd name="connsiteX1" fmla="*/ 18288002 w 18288002"/>
              <a:gd name="connsiteY1" fmla="*/ 0 h 10287000"/>
              <a:gd name="connsiteX2" fmla="*/ 18288002 w 18288002"/>
              <a:gd name="connsiteY2" fmla="*/ 10287000 h 10287000"/>
              <a:gd name="connsiteX3" fmla="*/ 0 w 18288002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2" h="10287000">
                <a:moveTo>
                  <a:pt x="0" y="0"/>
                </a:moveTo>
                <a:lnTo>
                  <a:pt x="18288002" y="0"/>
                </a:lnTo>
                <a:lnTo>
                  <a:pt x="18288002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CAC67-0976-3905-E7B7-A076C60C6C9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B91E6A24-BE8C-4D59-91CF-DBDA96039584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FDCB4-FF06-0D69-F6A2-BFF6FBC1E8A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DE260-D1CB-D6D3-76EC-A5FD9FDF99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84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827090" y="3412666"/>
            <a:ext cx="16635410" cy="4576211"/>
          </a:xfrm>
          <a:custGeom>
            <a:avLst/>
            <a:gdLst>
              <a:gd name="connsiteX0" fmla="*/ 0 w 16635410"/>
              <a:gd name="connsiteY0" fmla="*/ 0 h 4576211"/>
              <a:gd name="connsiteX1" fmla="*/ 16635410 w 16635410"/>
              <a:gd name="connsiteY1" fmla="*/ 0 h 4576211"/>
              <a:gd name="connsiteX2" fmla="*/ 16635410 w 16635410"/>
              <a:gd name="connsiteY2" fmla="*/ 4576211 h 4576211"/>
              <a:gd name="connsiteX3" fmla="*/ 0 w 16635410"/>
              <a:gd name="connsiteY3" fmla="*/ 4576211 h 457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35410" h="4576211">
                <a:moveTo>
                  <a:pt x="0" y="0"/>
                </a:moveTo>
                <a:lnTo>
                  <a:pt x="16635410" y="0"/>
                </a:lnTo>
                <a:lnTo>
                  <a:pt x="16635410" y="4576211"/>
                </a:lnTo>
                <a:lnTo>
                  <a:pt x="0" y="457621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78CEB-9B62-2FA7-DA06-0EB2E1FBB42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BB88A003-AEA2-4341-8B27-D8FA4D032361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DC711-043D-F937-0758-87A089638A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DC173-4B10-6C3A-CF87-22E8C4A0CC7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886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5143500"/>
            <a:ext cx="18287999" cy="5143500"/>
          </a:xfrm>
          <a:custGeom>
            <a:avLst/>
            <a:gdLst>
              <a:gd name="connsiteX0" fmla="*/ 0 w 18287999"/>
              <a:gd name="connsiteY0" fmla="*/ 0 h 5143500"/>
              <a:gd name="connsiteX1" fmla="*/ 18287999 w 18287999"/>
              <a:gd name="connsiteY1" fmla="*/ 0 h 5143500"/>
              <a:gd name="connsiteX2" fmla="*/ 18287999 w 18287999"/>
              <a:gd name="connsiteY2" fmla="*/ 5143500 h 5143500"/>
              <a:gd name="connsiteX3" fmla="*/ 0 w 18287999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7999" h="5143500">
                <a:moveTo>
                  <a:pt x="0" y="0"/>
                </a:moveTo>
                <a:lnTo>
                  <a:pt x="18287999" y="0"/>
                </a:lnTo>
                <a:lnTo>
                  <a:pt x="18287999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D6B3F-29D6-D7DC-A746-D5F552A3658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864402CA-8276-42F2-99D0-74326538F550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982E1-9C80-4D37-2113-CA24508A86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2D5C4-580D-EC46-F28B-514AFCEB97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90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12683613" cy="10287000"/>
          </a:xfrm>
          <a:custGeom>
            <a:avLst/>
            <a:gdLst>
              <a:gd name="connsiteX0" fmla="*/ 0 w 12683613"/>
              <a:gd name="connsiteY0" fmla="*/ 0 h 10287000"/>
              <a:gd name="connsiteX1" fmla="*/ 12683613 w 12683613"/>
              <a:gd name="connsiteY1" fmla="*/ 0 h 10287000"/>
              <a:gd name="connsiteX2" fmla="*/ 12683613 w 12683613"/>
              <a:gd name="connsiteY2" fmla="*/ 10287000 h 10287000"/>
              <a:gd name="connsiteX3" fmla="*/ 0 w 12683613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83613" h="10287000">
                <a:moveTo>
                  <a:pt x="0" y="0"/>
                </a:moveTo>
                <a:lnTo>
                  <a:pt x="12683613" y="0"/>
                </a:lnTo>
                <a:lnTo>
                  <a:pt x="12683613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79FBB1-1033-AFCD-1797-CC7664A03DD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49361347-BDB3-412E-A08F-893EE299F102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6980D-89F2-CF87-0854-0D10B85C2D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6A6C6-7C06-4015-53C2-67DEFE9F3F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27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5604387" y="0"/>
            <a:ext cx="12683613" cy="10287000"/>
          </a:xfrm>
          <a:custGeom>
            <a:avLst/>
            <a:gdLst>
              <a:gd name="connsiteX0" fmla="*/ 0 w 12683613"/>
              <a:gd name="connsiteY0" fmla="*/ 0 h 10287000"/>
              <a:gd name="connsiteX1" fmla="*/ 12683613 w 12683613"/>
              <a:gd name="connsiteY1" fmla="*/ 0 h 10287000"/>
              <a:gd name="connsiteX2" fmla="*/ 12683613 w 12683613"/>
              <a:gd name="connsiteY2" fmla="*/ 10287000 h 10287000"/>
              <a:gd name="connsiteX3" fmla="*/ 0 w 12683613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83613" h="10287000">
                <a:moveTo>
                  <a:pt x="0" y="0"/>
                </a:moveTo>
                <a:lnTo>
                  <a:pt x="12683613" y="0"/>
                </a:lnTo>
                <a:lnTo>
                  <a:pt x="12683613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AEC7B-461B-8420-ED6A-38D25D5D6A1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4D82940D-4FE6-44B1-A1E4-72AFD795BD39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3E304-42A9-70DC-90A4-0FB4DD787D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BC6FE-2B5B-7DA7-22DE-F17A04F4F4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92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827088" y="823914"/>
            <a:ext cx="8316912" cy="8639175"/>
          </a:xfrm>
          <a:custGeom>
            <a:avLst/>
            <a:gdLst>
              <a:gd name="connsiteX0" fmla="*/ 0 w 8316912"/>
              <a:gd name="connsiteY0" fmla="*/ 0 h 8639175"/>
              <a:gd name="connsiteX1" fmla="*/ 8316912 w 8316912"/>
              <a:gd name="connsiteY1" fmla="*/ 0 h 8639175"/>
              <a:gd name="connsiteX2" fmla="*/ 8316912 w 8316912"/>
              <a:gd name="connsiteY2" fmla="*/ 8639175 h 8639175"/>
              <a:gd name="connsiteX3" fmla="*/ 0 w 8316912"/>
              <a:gd name="connsiteY3" fmla="*/ 8639175 h 863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16912" h="8639175">
                <a:moveTo>
                  <a:pt x="0" y="0"/>
                </a:moveTo>
                <a:lnTo>
                  <a:pt x="8316912" y="0"/>
                </a:lnTo>
                <a:lnTo>
                  <a:pt x="8316912" y="8639175"/>
                </a:lnTo>
                <a:lnTo>
                  <a:pt x="0" y="863917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07544-4C06-5958-9788-525A3F06FE0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59941EB3-AD79-416E-A2B9-9F1C5D25A5FB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E5598-97FF-1B88-CA48-6D1A2CB9F05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3352-C157-F9FE-6C26-8A00431B070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17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4308974" y="3321768"/>
            <a:ext cx="8079670" cy="6965233"/>
          </a:xfrm>
          <a:custGeom>
            <a:avLst/>
            <a:gdLst>
              <a:gd name="connsiteX0" fmla="*/ 4039835 w 8079670"/>
              <a:gd name="connsiteY0" fmla="*/ 0 h 6965233"/>
              <a:gd name="connsiteX1" fmla="*/ 8079670 w 8079670"/>
              <a:gd name="connsiteY1" fmla="*/ 6965233 h 6965233"/>
              <a:gd name="connsiteX2" fmla="*/ 0 w 8079670"/>
              <a:gd name="connsiteY2" fmla="*/ 6965233 h 6965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79670" h="6965233">
                <a:moveTo>
                  <a:pt x="4039835" y="0"/>
                </a:moveTo>
                <a:lnTo>
                  <a:pt x="8079670" y="6965233"/>
                </a:lnTo>
                <a:lnTo>
                  <a:pt x="0" y="696523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2854739" y="-19050"/>
            <a:ext cx="7207513" cy="6213373"/>
          </a:xfrm>
          <a:custGeom>
            <a:avLst/>
            <a:gdLst>
              <a:gd name="connsiteX0" fmla="*/ 0 w 7207513"/>
              <a:gd name="connsiteY0" fmla="*/ 0 h 6213373"/>
              <a:gd name="connsiteX1" fmla="*/ 7207513 w 7207513"/>
              <a:gd name="connsiteY1" fmla="*/ 0 h 6213373"/>
              <a:gd name="connsiteX2" fmla="*/ 3603757 w 7207513"/>
              <a:gd name="connsiteY2" fmla="*/ 6213373 h 6213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07513" h="6213373">
                <a:moveTo>
                  <a:pt x="0" y="0"/>
                </a:moveTo>
                <a:lnTo>
                  <a:pt x="7207513" y="0"/>
                </a:lnTo>
                <a:lnTo>
                  <a:pt x="3603757" y="621337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A4FA55-9BFF-893D-EA2A-F0D6BE66C3C4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9E254F20-68A0-4076-80D5-538DCCF56C18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8F093-2FB1-FE1C-3A28-6C466D1DE43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13ADE-6252-3920-FF7D-F6F0AFE5F15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385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7009238" y="5255532"/>
            <a:ext cx="6583577" cy="5031468"/>
          </a:xfrm>
          <a:custGeom>
            <a:avLst/>
            <a:gdLst>
              <a:gd name="connsiteX0" fmla="*/ 2904919 w 6583577"/>
              <a:gd name="connsiteY0" fmla="*/ 0 h 5031468"/>
              <a:gd name="connsiteX1" fmla="*/ 6583577 w 6583577"/>
              <a:gd name="connsiteY1" fmla="*/ 0 h 5031468"/>
              <a:gd name="connsiteX2" fmla="*/ 3678659 w 6583577"/>
              <a:gd name="connsiteY2" fmla="*/ 5031468 h 5031468"/>
              <a:gd name="connsiteX3" fmla="*/ 0 w 6583577"/>
              <a:gd name="connsiteY3" fmla="*/ 5031468 h 503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83577" h="5031468">
                <a:moveTo>
                  <a:pt x="2904919" y="0"/>
                </a:moveTo>
                <a:lnTo>
                  <a:pt x="6583577" y="0"/>
                </a:lnTo>
                <a:lnTo>
                  <a:pt x="3678659" y="5031468"/>
                </a:lnTo>
                <a:lnTo>
                  <a:pt x="0" y="503146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6385926" y="0"/>
            <a:ext cx="6583577" cy="5031468"/>
          </a:xfrm>
          <a:custGeom>
            <a:avLst/>
            <a:gdLst>
              <a:gd name="connsiteX0" fmla="*/ 2904919 w 6583577"/>
              <a:gd name="connsiteY0" fmla="*/ 0 h 5031468"/>
              <a:gd name="connsiteX1" fmla="*/ 6583577 w 6583577"/>
              <a:gd name="connsiteY1" fmla="*/ 0 h 5031468"/>
              <a:gd name="connsiteX2" fmla="*/ 3678659 w 6583577"/>
              <a:gd name="connsiteY2" fmla="*/ 5031468 h 5031468"/>
              <a:gd name="connsiteX3" fmla="*/ 0 w 6583577"/>
              <a:gd name="connsiteY3" fmla="*/ 5031468 h 5031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83577" h="5031468">
                <a:moveTo>
                  <a:pt x="2904919" y="0"/>
                </a:moveTo>
                <a:lnTo>
                  <a:pt x="6583577" y="0"/>
                </a:lnTo>
                <a:lnTo>
                  <a:pt x="3678659" y="5031468"/>
                </a:lnTo>
                <a:lnTo>
                  <a:pt x="0" y="503146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EC66C-F358-6F29-3058-2A0F52A2EE18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509E3CE5-5A26-4E39-920D-D9C486689D9B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4CF8D-C7C3-13CD-2773-0D609A9FBAB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66A0E-21DB-5162-48D6-58D53364130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21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9605644" y="3390900"/>
            <a:ext cx="7809794" cy="6896100"/>
          </a:xfrm>
          <a:custGeom>
            <a:avLst/>
            <a:gdLst>
              <a:gd name="connsiteX0" fmla="*/ 3981464 w 7809794"/>
              <a:gd name="connsiteY0" fmla="*/ 0 h 6896100"/>
              <a:gd name="connsiteX1" fmla="*/ 7809794 w 7809794"/>
              <a:gd name="connsiteY1" fmla="*/ 0 h 6896100"/>
              <a:gd name="connsiteX2" fmla="*/ 3828328 w 7809794"/>
              <a:gd name="connsiteY2" fmla="*/ 6896100 h 6896100"/>
              <a:gd name="connsiteX3" fmla="*/ 0 w 7809794"/>
              <a:gd name="connsiteY3" fmla="*/ 689610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9794" h="6896100">
                <a:moveTo>
                  <a:pt x="3981464" y="0"/>
                </a:moveTo>
                <a:lnTo>
                  <a:pt x="7809794" y="0"/>
                </a:lnTo>
                <a:lnTo>
                  <a:pt x="3828328" y="6896100"/>
                </a:lnTo>
                <a:lnTo>
                  <a:pt x="0" y="68961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7527748" y="0"/>
            <a:ext cx="7809794" cy="6896100"/>
          </a:xfrm>
          <a:custGeom>
            <a:avLst/>
            <a:gdLst>
              <a:gd name="connsiteX0" fmla="*/ 3981464 w 7809794"/>
              <a:gd name="connsiteY0" fmla="*/ 0 h 6896100"/>
              <a:gd name="connsiteX1" fmla="*/ 7809794 w 7809794"/>
              <a:gd name="connsiteY1" fmla="*/ 0 h 6896100"/>
              <a:gd name="connsiteX2" fmla="*/ 3828328 w 7809794"/>
              <a:gd name="connsiteY2" fmla="*/ 6896100 h 6896100"/>
              <a:gd name="connsiteX3" fmla="*/ 0 w 7809794"/>
              <a:gd name="connsiteY3" fmla="*/ 689610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9794" h="6896100">
                <a:moveTo>
                  <a:pt x="3981464" y="0"/>
                </a:moveTo>
                <a:lnTo>
                  <a:pt x="7809794" y="0"/>
                </a:lnTo>
                <a:lnTo>
                  <a:pt x="3828328" y="6896100"/>
                </a:lnTo>
                <a:lnTo>
                  <a:pt x="0" y="68961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70B11-A17E-B146-1FC9-B6408B4221A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BD988A79-11C6-409B-862F-17A4D8CAF66E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BAA37-AA2E-5402-00C9-95B85128D6E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77E59-1014-A964-6497-796255AB682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51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939202" cy="10287000"/>
          </a:xfrm>
          <a:custGeom>
            <a:avLst/>
            <a:gdLst>
              <a:gd name="connsiteX0" fmla="*/ 0 w 5939202"/>
              <a:gd name="connsiteY0" fmla="*/ 0 h 10287000"/>
              <a:gd name="connsiteX1" fmla="*/ 1409351 w 5939202"/>
              <a:gd name="connsiteY1" fmla="*/ 0 h 10287000"/>
              <a:gd name="connsiteX2" fmla="*/ 1952534 w 5939202"/>
              <a:gd name="connsiteY2" fmla="*/ 0 h 10287000"/>
              <a:gd name="connsiteX3" fmla="*/ 5939202 w 5939202"/>
              <a:gd name="connsiteY3" fmla="*/ 0 h 10287000"/>
              <a:gd name="connsiteX4" fmla="*/ 0 w 5939202"/>
              <a:gd name="connsiteY4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39202" h="10287000">
                <a:moveTo>
                  <a:pt x="0" y="0"/>
                </a:moveTo>
                <a:lnTo>
                  <a:pt x="1409351" y="0"/>
                </a:lnTo>
                <a:lnTo>
                  <a:pt x="1952534" y="0"/>
                </a:lnTo>
                <a:lnTo>
                  <a:pt x="5939202" y="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8853B-0621-10A0-3F06-467D0997CA9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D56084C9-EA09-4F08-A7AE-15BA6021A2C2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9D51F-741C-313A-9EB1-C27CFE591C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1D382-2266-041C-ED24-812377FC7F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77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8646842" y="1879361"/>
            <a:ext cx="8542124" cy="6528278"/>
          </a:xfrm>
          <a:custGeom>
            <a:avLst/>
            <a:gdLst>
              <a:gd name="connsiteX0" fmla="*/ 3769103 w 8542124"/>
              <a:gd name="connsiteY0" fmla="*/ 0 h 6528278"/>
              <a:gd name="connsiteX1" fmla="*/ 8542124 w 8542124"/>
              <a:gd name="connsiteY1" fmla="*/ 0 h 6528278"/>
              <a:gd name="connsiteX2" fmla="*/ 4773022 w 8542124"/>
              <a:gd name="connsiteY2" fmla="*/ 6528278 h 6528278"/>
              <a:gd name="connsiteX3" fmla="*/ 0 w 8542124"/>
              <a:gd name="connsiteY3" fmla="*/ 6528278 h 6528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42124" h="6528278">
                <a:moveTo>
                  <a:pt x="3769103" y="0"/>
                </a:moveTo>
                <a:lnTo>
                  <a:pt x="8542124" y="0"/>
                </a:lnTo>
                <a:lnTo>
                  <a:pt x="4773022" y="6528278"/>
                </a:lnTo>
                <a:lnTo>
                  <a:pt x="0" y="652827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09381-6FC2-7228-F41B-606251F59D5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8FF9A3D-9B3D-4D96-93A5-4CF3D3612B38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B9FC5-D196-A420-08E5-32ABA7FD6B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F2295F-B7F4-DEBF-7BCB-D93DC799D35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67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7902152" y="3412666"/>
            <a:ext cx="9560348" cy="4576211"/>
          </a:xfrm>
          <a:custGeom>
            <a:avLst/>
            <a:gdLst>
              <a:gd name="connsiteX0" fmla="*/ 2642076 w 9560348"/>
              <a:gd name="connsiteY0" fmla="*/ 0 h 4576211"/>
              <a:gd name="connsiteX1" fmla="*/ 9560348 w 9560348"/>
              <a:gd name="connsiteY1" fmla="*/ 0 h 4576211"/>
              <a:gd name="connsiteX2" fmla="*/ 9560348 w 9560348"/>
              <a:gd name="connsiteY2" fmla="*/ 4576211 h 4576211"/>
              <a:gd name="connsiteX3" fmla="*/ 0 w 9560348"/>
              <a:gd name="connsiteY3" fmla="*/ 4576211 h 457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60348" h="4576211">
                <a:moveTo>
                  <a:pt x="2642076" y="0"/>
                </a:moveTo>
                <a:lnTo>
                  <a:pt x="9560348" y="0"/>
                </a:lnTo>
                <a:lnTo>
                  <a:pt x="9560348" y="4576211"/>
                </a:lnTo>
                <a:lnTo>
                  <a:pt x="0" y="457621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827088" y="3412668"/>
            <a:ext cx="9558760" cy="4576211"/>
          </a:xfrm>
          <a:custGeom>
            <a:avLst/>
            <a:gdLst>
              <a:gd name="connsiteX0" fmla="*/ 0 w 9558760"/>
              <a:gd name="connsiteY0" fmla="*/ 0 h 4576211"/>
              <a:gd name="connsiteX1" fmla="*/ 9558760 w 9558760"/>
              <a:gd name="connsiteY1" fmla="*/ 0 h 4576211"/>
              <a:gd name="connsiteX2" fmla="*/ 6916684 w 9558760"/>
              <a:gd name="connsiteY2" fmla="*/ 4576211 h 4576211"/>
              <a:gd name="connsiteX3" fmla="*/ 0 w 9558760"/>
              <a:gd name="connsiteY3" fmla="*/ 4576211 h 457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58760" h="4576211">
                <a:moveTo>
                  <a:pt x="0" y="0"/>
                </a:moveTo>
                <a:lnTo>
                  <a:pt x="9558760" y="0"/>
                </a:lnTo>
                <a:lnTo>
                  <a:pt x="6916684" y="4576211"/>
                </a:lnTo>
                <a:lnTo>
                  <a:pt x="0" y="457621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8DD3C-1CCC-EC79-4356-D2EDC450FFDC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48488669-6499-4F08-A7DD-6FF05DE376BA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2D30F-F41B-3838-6516-6C1F5F2A57E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474A2-9EB9-2096-5426-8D82D0B8AC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279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827088" y="823913"/>
            <a:ext cx="16635413" cy="8639175"/>
          </a:xfrm>
          <a:custGeom>
            <a:avLst/>
            <a:gdLst>
              <a:gd name="connsiteX0" fmla="*/ 0 w 16635413"/>
              <a:gd name="connsiteY0" fmla="*/ 0 h 8639175"/>
              <a:gd name="connsiteX1" fmla="*/ 16635413 w 16635413"/>
              <a:gd name="connsiteY1" fmla="*/ 0 h 8639175"/>
              <a:gd name="connsiteX2" fmla="*/ 16635413 w 16635413"/>
              <a:gd name="connsiteY2" fmla="*/ 8639175 h 8639175"/>
              <a:gd name="connsiteX3" fmla="*/ 0 w 16635413"/>
              <a:gd name="connsiteY3" fmla="*/ 8639175 h 863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35413" h="8639175">
                <a:moveTo>
                  <a:pt x="0" y="0"/>
                </a:moveTo>
                <a:lnTo>
                  <a:pt x="16635413" y="0"/>
                </a:lnTo>
                <a:lnTo>
                  <a:pt x="16635413" y="8639175"/>
                </a:lnTo>
                <a:lnTo>
                  <a:pt x="0" y="863917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3707E-0A63-9CF1-29F5-D46E5F760D9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8B74B78-346E-4E16-8D9F-DC5D66BFCA29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CD93C-AA95-8FD0-6015-8E192AAE63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5DD33-B8EA-3B40-BE6E-231BAF479D8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804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9648328" y="4765607"/>
            <a:ext cx="3587259" cy="4161223"/>
          </a:xfrm>
          <a:custGeom>
            <a:avLst/>
            <a:gdLst>
              <a:gd name="connsiteX0" fmla="*/ 1793629 w 3587259"/>
              <a:gd name="connsiteY0" fmla="*/ 0 h 4161223"/>
              <a:gd name="connsiteX1" fmla="*/ 3587259 w 3587259"/>
              <a:gd name="connsiteY1" fmla="*/ 1030154 h 4161223"/>
              <a:gd name="connsiteX2" fmla="*/ 3587259 w 3587259"/>
              <a:gd name="connsiteY2" fmla="*/ 3131069 h 4161223"/>
              <a:gd name="connsiteX3" fmla="*/ 1793629 w 3587259"/>
              <a:gd name="connsiteY3" fmla="*/ 4161223 h 4161223"/>
              <a:gd name="connsiteX4" fmla="*/ 0 w 3587259"/>
              <a:gd name="connsiteY4" fmla="*/ 3131069 h 4161223"/>
              <a:gd name="connsiteX5" fmla="*/ 0 w 3587259"/>
              <a:gd name="connsiteY5" fmla="*/ 1030154 h 416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87259" h="4161223">
                <a:moveTo>
                  <a:pt x="1793629" y="0"/>
                </a:moveTo>
                <a:lnTo>
                  <a:pt x="3587259" y="1030154"/>
                </a:lnTo>
                <a:lnTo>
                  <a:pt x="3587259" y="3131069"/>
                </a:lnTo>
                <a:lnTo>
                  <a:pt x="1793629" y="4161223"/>
                </a:lnTo>
                <a:lnTo>
                  <a:pt x="0" y="3131069"/>
                </a:lnTo>
                <a:lnTo>
                  <a:pt x="0" y="103015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13547482" y="4765607"/>
            <a:ext cx="3587259" cy="4161223"/>
          </a:xfrm>
          <a:custGeom>
            <a:avLst/>
            <a:gdLst>
              <a:gd name="connsiteX0" fmla="*/ 1793629 w 3587259"/>
              <a:gd name="connsiteY0" fmla="*/ 0 h 4161223"/>
              <a:gd name="connsiteX1" fmla="*/ 3587259 w 3587259"/>
              <a:gd name="connsiteY1" fmla="*/ 1030154 h 4161223"/>
              <a:gd name="connsiteX2" fmla="*/ 3587259 w 3587259"/>
              <a:gd name="connsiteY2" fmla="*/ 3131069 h 4161223"/>
              <a:gd name="connsiteX3" fmla="*/ 1793629 w 3587259"/>
              <a:gd name="connsiteY3" fmla="*/ 4161223 h 4161223"/>
              <a:gd name="connsiteX4" fmla="*/ 0 w 3587259"/>
              <a:gd name="connsiteY4" fmla="*/ 3131069 h 4161223"/>
              <a:gd name="connsiteX5" fmla="*/ 0 w 3587259"/>
              <a:gd name="connsiteY5" fmla="*/ 1030154 h 416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87259" h="4161223">
                <a:moveTo>
                  <a:pt x="1793629" y="0"/>
                </a:moveTo>
                <a:lnTo>
                  <a:pt x="3587259" y="1030154"/>
                </a:lnTo>
                <a:lnTo>
                  <a:pt x="3587259" y="3131069"/>
                </a:lnTo>
                <a:lnTo>
                  <a:pt x="1793629" y="4161223"/>
                </a:lnTo>
                <a:lnTo>
                  <a:pt x="0" y="3131069"/>
                </a:lnTo>
                <a:lnTo>
                  <a:pt x="0" y="103015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11597907" y="1360171"/>
            <a:ext cx="3587259" cy="4161223"/>
          </a:xfrm>
          <a:custGeom>
            <a:avLst/>
            <a:gdLst>
              <a:gd name="connsiteX0" fmla="*/ 1793629 w 3587259"/>
              <a:gd name="connsiteY0" fmla="*/ 0 h 4161223"/>
              <a:gd name="connsiteX1" fmla="*/ 3587259 w 3587259"/>
              <a:gd name="connsiteY1" fmla="*/ 1030154 h 4161223"/>
              <a:gd name="connsiteX2" fmla="*/ 3587259 w 3587259"/>
              <a:gd name="connsiteY2" fmla="*/ 3131069 h 4161223"/>
              <a:gd name="connsiteX3" fmla="*/ 1793629 w 3587259"/>
              <a:gd name="connsiteY3" fmla="*/ 4161223 h 4161223"/>
              <a:gd name="connsiteX4" fmla="*/ 0 w 3587259"/>
              <a:gd name="connsiteY4" fmla="*/ 3131069 h 4161223"/>
              <a:gd name="connsiteX5" fmla="*/ 0 w 3587259"/>
              <a:gd name="connsiteY5" fmla="*/ 1030154 h 416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87259" h="4161223">
                <a:moveTo>
                  <a:pt x="1793629" y="0"/>
                </a:moveTo>
                <a:lnTo>
                  <a:pt x="3587259" y="1030154"/>
                </a:lnTo>
                <a:lnTo>
                  <a:pt x="3587259" y="3131069"/>
                </a:lnTo>
                <a:lnTo>
                  <a:pt x="1793629" y="4161223"/>
                </a:lnTo>
                <a:lnTo>
                  <a:pt x="0" y="3131069"/>
                </a:lnTo>
                <a:lnTo>
                  <a:pt x="0" y="103015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4EB9C-5A66-A4BD-C669-E90E1871EED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224DFE48-7404-44AF-B10E-32D5261738DC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6A208-26A5-B699-028D-546345DD901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55A0E-822F-26D5-EB28-44F8B6E6FFA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99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3451991" y="1606066"/>
            <a:ext cx="6099024" cy="7074870"/>
          </a:xfrm>
          <a:custGeom>
            <a:avLst/>
            <a:gdLst>
              <a:gd name="connsiteX0" fmla="*/ 3049512 w 6099024"/>
              <a:gd name="connsiteY0" fmla="*/ 0 h 7074870"/>
              <a:gd name="connsiteX1" fmla="*/ 6099024 w 6099024"/>
              <a:gd name="connsiteY1" fmla="*/ 1751457 h 7074870"/>
              <a:gd name="connsiteX2" fmla="*/ 6099024 w 6099024"/>
              <a:gd name="connsiteY2" fmla="*/ 5323413 h 7074870"/>
              <a:gd name="connsiteX3" fmla="*/ 3049512 w 6099024"/>
              <a:gd name="connsiteY3" fmla="*/ 7074870 h 7074870"/>
              <a:gd name="connsiteX4" fmla="*/ 0 w 6099024"/>
              <a:gd name="connsiteY4" fmla="*/ 5323413 h 7074870"/>
              <a:gd name="connsiteX5" fmla="*/ 0 w 6099024"/>
              <a:gd name="connsiteY5" fmla="*/ 1751457 h 7074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024" h="7074870">
                <a:moveTo>
                  <a:pt x="3049512" y="0"/>
                </a:moveTo>
                <a:lnTo>
                  <a:pt x="6099024" y="1751457"/>
                </a:lnTo>
                <a:lnTo>
                  <a:pt x="6099024" y="5323413"/>
                </a:lnTo>
                <a:lnTo>
                  <a:pt x="3049512" y="7074870"/>
                </a:lnTo>
                <a:lnTo>
                  <a:pt x="0" y="5323413"/>
                </a:lnTo>
                <a:lnTo>
                  <a:pt x="0" y="17514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0F25D-AF2A-CFE1-A951-08074F68292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88EE83FE-ABBE-4F5B-9196-01E8E31FCE82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4AB05-F2A4-0626-F332-060CF075AC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CCA78-9343-0513-DEC0-ECB7B68BE45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295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1373305" y="4067055"/>
            <a:ext cx="2881170" cy="3342160"/>
          </a:xfrm>
          <a:custGeom>
            <a:avLst/>
            <a:gdLst>
              <a:gd name="connsiteX0" fmla="*/ 1440585 w 2881170"/>
              <a:gd name="connsiteY0" fmla="*/ 0 h 3342160"/>
              <a:gd name="connsiteX1" fmla="*/ 2881170 w 2881170"/>
              <a:gd name="connsiteY1" fmla="*/ 827386 h 3342160"/>
              <a:gd name="connsiteX2" fmla="*/ 2881170 w 2881170"/>
              <a:gd name="connsiteY2" fmla="*/ 2514774 h 3342160"/>
              <a:gd name="connsiteX3" fmla="*/ 1440585 w 2881170"/>
              <a:gd name="connsiteY3" fmla="*/ 3342160 h 3342160"/>
              <a:gd name="connsiteX4" fmla="*/ 0 w 2881170"/>
              <a:gd name="connsiteY4" fmla="*/ 2514774 h 3342160"/>
              <a:gd name="connsiteX5" fmla="*/ 0 w 2881170"/>
              <a:gd name="connsiteY5" fmla="*/ 827386 h 334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81170" h="3342160">
                <a:moveTo>
                  <a:pt x="1440585" y="0"/>
                </a:moveTo>
                <a:lnTo>
                  <a:pt x="2881170" y="827386"/>
                </a:lnTo>
                <a:lnTo>
                  <a:pt x="2881170" y="2514774"/>
                </a:lnTo>
                <a:lnTo>
                  <a:pt x="1440585" y="3342160"/>
                </a:lnTo>
                <a:lnTo>
                  <a:pt x="0" y="2514774"/>
                </a:lnTo>
                <a:lnTo>
                  <a:pt x="0" y="82738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7199085" y="3482031"/>
            <a:ext cx="3889832" cy="4512206"/>
          </a:xfrm>
          <a:custGeom>
            <a:avLst/>
            <a:gdLst>
              <a:gd name="connsiteX0" fmla="*/ 1944916 w 3889832"/>
              <a:gd name="connsiteY0" fmla="*/ 0 h 4512206"/>
              <a:gd name="connsiteX1" fmla="*/ 3889832 w 3889832"/>
              <a:gd name="connsiteY1" fmla="*/ 1117044 h 4512206"/>
              <a:gd name="connsiteX2" fmla="*/ 3889832 w 3889832"/>
              <a:gd name="connsiteY2" fmla="*/ 3395162 h 4512206"/>
              <a:gd name="connsiteX3" fmla="*/ 1944916 w 3889832"/>
              <a:gd name="connsiteY3" fmla="*/ 4512206 h 4512206"/>
              <a:gd name="connsiteX4" fmla="*/ 0 w 3889832"/>
              <a:gd name="connsiteY4" fmla="*/ 3395162 h 4512206"/>
              <a:gd name="connsiteX5" fmla="*/ 0 w 3889832"/>
              <a:gd name="connsiteY5" fmla="*/ 1117044 h 4512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89832" h="4512206">
                <a:moveTo>
                  <a:pt x="1944916" y="0"/>
                </a:moveTo>
                <a:lnTo>
                  <a:pt x="3889832" y="1117044"/>
                </a:lnTo>
                <a:lnTo>
                  <a:pt x="3889832" y="3395162"/>
                </a:lnTo>
                <a:lnTo>
                  <a:pt x="1944916" y="4512206"/>
                </a:lnTo>
                <a:lnTo>
                  <a:pt x="0" y="3395162"/>
                </a:lnTo>
                <a:lnTo>
                  <a:pt x="0" y="111704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4033526" y="4067055"/>
            <a:ext cx="2881170" cy="3342160"/>
          </a:xfrm>
          <a:custGeom>
            <a:avLst/>
            <a:gdLst>
              <a:gd name="connsiteX0" fmla="*/ 1440585 w 2881170"/>
              <a:gd name="connsiteY0" fmla="*/ 0 h 3342160"/>
              <a:gd name="connsiteX1" fmla="*/ 2881170 w 2881170"/>
              <a:gd name="connsiteY1" fmla="*/ 827386 h 3342160"/>
              <a:gd name="connsiteX2" fmla="*/ 2881170 w 2881170"/>
              <a:gd name="connsiteY2" fmla="*/ 2514774 h 3342160"/>
              <a:gd name="connsiteX3" fmla="*/ 1440585 w 2881170"/>
              <a:gd name="connsiteY3" fmla="*/ 3342160 h 3342160"/>
              <a:gd name="connsiteX4" fmla="*/ 0 w 2881170"/>
              <a:gd name="connsiteY4" fmla="*/ 2514774 h 3342160"/>
              <a:gd name="connsiteX5" fmla="*/ 0 w 2881170"/>
              <a:gd name="connsiteY5" fmla="*/ 827386 h 3342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81170" h="3342160">
                <a:moveTo>
                  <a:pt x="1440585" y="0"/>
                </a:moveTo>
                <a:lnTo>
                  <a:pt x="2881170" y="827386"/>
                </a:lnTo>
                <a:lnTo>
                  <a:pt x="2881170" y="2514774"/>
                </a:lnTo>
                <a:lnTo>
                  <a:pt x="1440585" y="3342160"/>
                </a:lnTo>
                <a:lnTo>
                  <a:pt x="0" y="2514774"/>
                </a:lnTo>
                <a:lnTo>
                  <a:pt x="0" y="82738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89B31-FBED-D3D2-F486-3A44A6F3B08E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C998B88-63C6-4769-BBB8-FE4419F9B417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A914D-68BE-7CD7-3849-758BB0FBD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6F5C7-917B-095C-DD72-7CFA73A4537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38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>
          <a:xfrm>
            <a:off x="14135879" y="0"/>
            <a:ext cx="4152121" cy="5738840"/>
          </a:xfrm>
          <a:custGeom>
            <a:avLst/>
            <a:gdLst>
              <a:gd name="connsiteX0" fmla="*/ 1586720 w 4152121"/>
              <a:gd name="connsiteY0" fmla="*/ 0 h 5738840"/>
              <a:gd name="connsiteX1" fmla="*/ 4152121 w 4152121"/>
              <a:gd name="connsiteY1" fmla="*/ 0 h 5738840"/>
              <a:gd name="connsiteX2" fmla="*/ 4152121 w 4152121"/>
              <a:gd name="connsiteY2" fmla="*/ 5738840 h 5738840"/>
              <a:gd name="connsiteX3" fmla="*/ 0 w 4152121"/>
              <a:gd name="connsiteY3" fmla="*/ 1586721 h 5738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2121" h="5738840">
                <a:moveTo>
                  <a:pt x="1586720" y="0"/>
                </a:moveTo>
                <a:lnTo>
                  <a:pt x="4152121" y="0"/>
                </a:lnTo>
                <a:lnTo>
                  <a:pt x="4152121" y="5738840"/>
                </a:lnTo>
                <a:lnTo>
                  <a:pt x="0" y="15867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2"/>
          </p:nvPr>
        </p:nvSpPr>
        <p:spPr>
          <a:xfrm>
            <a:off x="14143212" y="6142212"/>
            <a:ext cx="4144788" cy="4144788"/>
          </a:xfrm>
          <a:custGeom>
            <a:avLst/>
            <a:gdLst>
              <a:gd name="connsiteX0" fmla="*/ 4144788 w 4144788"/>
              <a:gd name="connsiteY0" fmla="*/ 0 h 4144788"/>
              <a:gd name="connsiteX1" fmla="*/ 4144788 w 4144788"/>
              <a:gd name="connsiteY1" fmla="*/ 4144788 h 4144788"/>
              <a:gd name="connsiteX2" fmla="*/ 0 w 4144788"/>
              <a:gd name="connsiteY2" fmla="*/ 4144788 h 4144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44788" h="4144788">
                <a:moveTo>
                  <a:pt x="4144788" y="0"/>
                </a:moveTo>
                <a:lnTo>
                  <a:pt x="4144788" y="4144788"/>
                </a:lnTo>
                <a:lnTo>
                  <a:pt x="0" y="414478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9783056" y="1770339"/>
            <a:ext cx="8342340" cy="8342339"/>
          </a:xfrm>
          <a:custGeom>
            <a:avLst/>
            <a:gdLst>
              <a:gd name="connsiteX0" fmla="*/ 4171170 w 8342340"/>
              <a:gd name="connsiteY0" fmla="*/ 0 h 8342339"/>
              <a:gd name="connsiteX1" fmla="*/ 8342340 w 8342340"/>
              <a:gd name="connsiteY1" fmla="*/ 4171170 h 8342339"/>
              <a:gd name="connsiteX2" fmla="*/ 4171170 w 8342340"/>
              <a:gd name="connsiteY2" fmla="*/ 8342339 h 8342339"/>
              <a:gd name="connsiteX3" fmla="*/ 0 w 8342340"/>
              <a:gd name="connsiteY3" fmla="*/ 4171170 h 8342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42340" h="8342339">
                <a:moveTo>
                  <a:pt x="4171170" y="0"/>
                </a:moveTo>
                <a:lnTo>
                  <a:pt x="8342340" y="4171170"/>
                </a:lnTo>
                <a:lnTo>
                  <a:pt x="4171170" y="8342339"/>
                </a:lnTo>
                <a:lnTo>
                  <a:pt x="0" y="417117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5437562" y="6123163"/>
            <a:ext cx="8327676" cy="4163838"/>
          </a:xfrm>
          <a:custGeom>
            <a:avLst/>
            <a:gdLst>
              <a:gd name="connsiteX0" fmla="*/ 4163838 w 8327676"/>
              <a:gd name="connsiteY0" fmla="*/ 0 h 4163838"/>
              <a:gd name="connsiteX1" fmla="*/ 8327676 w 8327676"/>
              <a:gd name="connsiteY1" fmla="*/ 4163838 h 4163838"/>
              <a:gd name="connsiteX2" fmla="*/ 0 w 8327676"/>
              <a:gd name="connsiteY2" fmla="*/ 4163838 h 416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27676" h="4163838">
                <a:moveTo>
                  <a:pt x="4163838" y="0"/>
                </a:moveTo>
                <a:lnTo>
                  <a:pt x="8327676" y="4163838"/>
                </a:lnTo>
                <a:lnTo>
                  <a:pt x="0" y="416383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16608-6A56-3DEC-0A4E-8119AFDE120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243FF5DC-B7DF-4632-9102-1293887AE203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41EA1-E1DE-CB37-2241-8BE773C2AC9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D6DD0-B214-8CDD-9B1B-3E3A11733D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24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>
          <a:xfrm>
            <a:off x="5346030" y="5253717"/>
            <a:ext cx="7593907" cy="7593907"/>
          </a:xfrm>
          <a:custGeom>
            <a:avLst/>
            <a:gdLst>
              <a:gd name="connsiteX0" fmla="*/ 3797971 w 7593907"/>
              <a:gd name="connsiteY0" fmla="*/ 0 h 7593907"/>
              <a:gd name="connsiteX1" fmla="*/ 7593907 w 7593907"/>
              <a:gd name="connsiteY1" fmla="*/ 3795936 h 7593907"/>
              <a:gd name="connsiteX2" fmla="*/ 3795935 w 7593907"/>
              <a:gd name="connsiteY2" fmla="*/ 7593907 h 7593907"/>
              <a:gd name="connsiteX3" fmla="*/ 0 w 7593907"/>
              <a:gd name="connsiteY3" fmla="*/ 3797971 h 7593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93907" h="7593907">
                <a:moveTo>
                  <a:pt x="3797971" y="0"/>
                </a:moveTo>
                <a:lnTo>
                  <a:pt x="7593907" y="3795936"/>
                </a:lnTo>
                <a:lnTo>
                  <a:pt x="3795935" y="7593907"/>
                </a:lnTo>
                <a:lnTo>
                  <a:pt x="0" y="379797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2"/>
          </p:nvPr>
        </p:nvSpPr>
        <p:spPr>
          <a:xfrm>
            <a:off x="9257282" y="1342464"/>
            <a:ext cx="7595940" cy="7595939"/>
          </a:xfrm>
          <a:custGeom>
            <a:avLst/>
            <a:gdLst>
              <a:gd name="connsiteX0" fmla="*/ 3797970 w 7595940"/>
              <a:gd name="connsiteY0" fmla="*/ 0 h 7595939"/>
              <a:gd name="connsiteX1" fmla="*/ 7595940 w 7595940"/>
              <a:gd name="connsiteY1" fmla="*/ 3797969 h 7595939"/>
              <a:gd name="connsiteX2" fmla="*/ 3797970 w 7595940"/>
              <a:gd name="connsiteY2" fmla="*/ 7595939 h 7595939"/>
              <a:gd name="connsiteX3" fmla="*/ 0 w 7595940"/>
              <a:gd name="connsiteY3" fmla="*/ 3797969 h 759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95940" h="7595939">
                <a:moveTo>
                  <a:pt x="3797970" y="0"/>
                </a:moveTo>
                <a:lnTo>
                  <a:pt x="7595940" y="3797969"/>
                </a:lnTo>
                <a:lnTo>
                  <a:pt x="3797970" y="7595939"/>
                </a:lnTo>
                <a:lnTo>
                  <a:pt x="0" y="379796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5342810" y="-2560198"/>
            <a:ext cx="7595939" cy="7595939"/>
          </a:xfrm>
          <a:custGeom>
            <a:avLst/>
            <a:gdLst>
              <a:gd name="connsiteX0" fmla="*/ 3797969 w 7595939"/>
              <a:gd name="connsiteY0" fmla="*/ 0 h 7595939"/>
              <a:gd name="connsiteX1" fmla="*/ 7595939 w 7595939"/>
              <a:gd name="connsiteY1" fmla="*/ 3797969 h 7595939"/>
              <a:gd name="connsiteX2" fmla="*/ 3797969 w 7595939"/>
              <a:gd name="connsiteY2" fmla="*/ 7595939 h 7595939"/>
              <a:gd name="connsiteX3" fmla="*/ 0 w 7595939"/>
              <a:gd name="connsiteY3" fmla="*/ 3797969 h 759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95939" h="7595939">
                <a:moveTo>
                  <a:pt x="3797969" y="0"/>
                </a:moveTo>
                <a:lnTo>
                  <a:pt x="7595939" y="3797969"/>
                </a:lnTo>
                <a:lnTo>
                  <a:pt x="3797969" y="7595939"/>
                </a:lnTo>
                <a:lnTo>
                  <a:pt x="0" y="379796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1434779" y="1342464"/>
            <a:ext cx="7595939" cy="7595939"/>
          </a:xfrm>
          <a:custGeom>
            <a:avLst/>
            <a:gdLst>
              <a:gd name="connsiteX0" fmla="*/ 3797969 w 7595939"/>
              <a:gd name="connsiteY0" fmla="*/ 0 h 7595939"/>
              <a:gd name="connsiteX1" fmla="*/ 7595939 w 7595939"/>
              <a:gd name="connsiteY1" fmla="*/ 3797969 h 7595939"/>
              <a:gd name="connsiteX2" fmla="*/ 3797969 w 7595939"/>
              <a:gd name="connsiteY2" fmla="*/ 7595939 h 7595939"/>
              <a:gd name="connsiteX3" fmla="*/ 0 w 7595939"/>
              <a:gd name="connsiteY3" fmla="*/ 3797969 h 759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95939" h="7595939">
                <a:moveTo>
                  <a:pt x="3797969" y="0"/>
                </a:moveTo>
                <a:lnTo>
                  <a:pt x="7595939" y="3797969"/>
                </a:lnTo>
                <a:lnTo>
                  <a:pt x="3797969" y="7595939"/>
                </a:lnTo>
                <a:lnTo>
                  <a:pt x="0" y="379796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DC95F-A7D2-BFAB-7F3E-1881AF9F608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5ED4A476-CE86-4188-88E9-7FE4EF2EAE97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B8C33-8555-CDD8-71EB-A65039FF0B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1BE95-69F6-394F-7C52-74C5228718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94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0" y="5253716"/>
            <a:ext cx="5951657" cy="5033284"/>
          </a:xfrm>
          <a:custGeom>
            <a:avLst/>
            <a:gdLst>
              <a:gd name="connsiteX0" fmla="*/ 2155721 w 5951657"/>
              <a:gd name="connsiteY0" fmla="*/ 0 h 5033284"/>
              <a:gd name="connsiteX1" fmla="*/ 5951657 w 5951657"/>
              <a:gd name="connsiteY1" fmla="*/ 3795936 h 5033284"/>
              <a:gd name="connsiteX2" fmla="*/ 4714311 w 5951657"/>
              <a:gd name="connsiteY2" fmla="*/ 5033284 h 5033284"/>
              <a:gd name="connsiteX3" fmla="*/ 0 w 5951657"/>
              <a:gd name="connsiteY3" fmla="*/ 5033284 h 5033284"/>
              <a:gd name="connsiteX4" fmla="*/ 0 w 5951657"/>
              <a:gd name="connsiteY4" fmla="*/ 2155721 h 503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1657" h="5033284">
                <a:moveTo>
                  <a:pt x="2155721" y="0"/>
                </a:moveTo>
                <a:lnTo>
                  <a:pt x="5951657" y="3795936"/>
                </a:lnTo>
                <a:lnTo>
                  <a:pt x="4714311" y="5033284"/>
                </a:lnTo>
                <a:lnTo>
                  <a:pt x="0" y="5033284"/>
                </a:lnTo>
                <a:lnTo>
                  <a:pt x="0" y="21557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2269005" y="1342464"/>
            <a:ext cx="7595939" cy="7595939"/>
          </a:xfrm>
          <a:custGeom>
            <a:avLst/>
            <a:gdLst>
              <a:gd name="connsiteX0" fmla="*/ 3797969 w 7595939"/>
              <a:gd name="connsiteY0" fmla="*/ 0 h 7595939"/>
              <a:gd name="connsiteX1" fmla="*/ 7595939 w 7595939"/>
              <a:gd name="connsiteY1" fmla="*/ 3797969 h 7595939"/>
              <a:gd name="connsiteX2" fmla="*/ 3797969 w 7595939"/>
              <a:gd name="connsiteY2" fmla="*/ 7595939 h 7595939"/>
              <a:gd name="connsiteX3" fmla="*/ 0 w 7595939"/>
              <a:gd name="connsiteY3" fmla="*/ 3797969 h 7595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95939" h="7595939">
                <a:moveTo>
                  <a:pt x="3797969" y="0"/>
                </a:moveTo>
                <a:lnTo>
                  <a:pt x="7595939" y="3797969"/>
                </a:lnTo>
                <a:lnTo>
                  <a:pt x="3797969" y="7595939"/>
                </a:lnTo>
                <a:lnTo>
                  <a:pt x="0" y="379796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950468" cy="5035740"/>
          </a:xfrm>
          <a:custGeom>
            <a:avLst/>
            <a:gdLst>
              <a:gd name="connsiteX0" fmla="*/ 0 w 5950468"/>
              <a:gd name="connsiteY0" fmla="*/ 0 h 5035740"/>
              <a:gd name="connsiteX1" fmla="*/ 4712699 w 5950468"/>
              <a:gd name="connsiteY1" fmla="*/ 0 h 5035740"/>
              <a:gd name="connsiteX2" fmla="*/ 5950468 w 5950468"/>
              <a:gd name="connsiteY2" fmla="*/ 1237770 h 5035740"/>
              <a:gd name="connsiteX3" fmla="*/ 2152499 w 5950468"/>
              <a:gd name="connsiteY3" fmla="*/ 5035740 h 5035740"/>
              <a:gd name="connsiteX4" fmla="*/ 0 w 5950468"/>
              <a:gd name="connsiteY4" fmla="*/ 2883241 h 5035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50468" h="5035740">
                <a:moveTo>
                  <a:pt x="0" y="0"/>
                </a:moveTo>
                <a:lnTo>
                  <a:pt x="4712699" y="0"/>
                </a:lnTo>
                <a:lnTo>
                  <a:pt x="5950468" y="1237770"/>
                </a:lnTo>
                <a:lnTo>
                  <a:pt x="2152499" y="5035740"/>
                </a:lnTo>
                <a:lnTo>
                  <a:pt x="0" y="288324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A3A5E98-C76E-1559-712A-1EE19D052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F32ED8-B410-F25A-E074-3DA4EE013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Page </a:t>
            </a:r>
            <a:fld id="{3CE73CEA-D8EC-4CFE-AE6D-9B5375509F6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728C6C-2DEC-1A1A-F290-FCDAEB3ED28D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96D5EB2C-32C7-4C96-88E5-0936D8D433EE}" type="datetime4">
              <a:rPr lang="en-US" smtClean="0"/>
              <a:t>February 12,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93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6768279" y="0"/>
            <a:ext cx="11519721" cy="10287000"/>
          </a:xfrm>
          <a:custGeom>
            <a:avLst/>
            <a:gdLst>
              <a:gd name="connsiteX0" fmla="*/ 10286999 w 11519721"/>
              <a:gd name="connsiteY0" fmla="*/ 0 h 10287000"/>
              <a:gd name="connsiteX1" fmla="*/ 11519719 w 11519721"/>
              <a:gd name="connsiteY1" fmla="*/ 1 h 10287000"/>
              <a:gd name="connsiteX2" fmla="*/ 11519721 w 11519721"/>
              <a:gd name="connsiteY2" fmla="*/ 10287000 h 10287000"/>
              <a:gd name="connsiteX3" fmla="*/ 10286997 w 11519721"/>
              <a:gd name="connsiteY3" fmla="*/ 10287000 h 10287000"/>
              <a:gd name="connsiteX4" fmla="*/ 8535219 w 11519721"/>
              <a:gd name="connsiteY4" fmla="*/ 8535220 h 10287000"/>
              <a:gd name="connsiteX5" fmla="*/ 6783441 w 11519721"/>
              <a:gd name="connsiteY5" fmla="*/ 10286999 h 10287000"/>
              <a:gd name="connsiteX6" fmla="*/ 1 w 11519721"/>
              <a:gd name="connsiteY6" fmla="*/ 10286999 h 10287000"/>
              <a:gd name="connsiteX7" fmla="*/ 5143499 w 11519721"/>
              <a:gd name="connsiteY7" fmla="*/ 5143500 h 10287000"/>
              <a:gd name="connsiteX8" fmla="*/ 0 w 11519721"/>
              <a:gd name="connsiteY8" fmla="*/ 1 h 10287000"/>
              <a:gd name="connsiteX9" fmla="*/ 6783439 w 11519721"/>
              <a:gd name="connsiteY9" fmla="*/ 1 h 10287000"/>
              <a:gd name="connsiteX10" fmla="*/ 8535219 w 11519721"/>
              <a:gd name="connsiteY10" fmla="*/ 1751781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519721" h="10287000">
                <a:moveTo>
                  <a:pt x="10286999" y="0"/>
                </a:moveTo>
                <a:lnTo>
                  <a:pt x="11519719" y="1"/>
                </a:lnTo>
                <a:lnTo>
                  <a:pt x="11519721" y="10287000"/>
                </a:lnTo>
                <a:lnTo>
                  <a:pt x="10286997" y="10287000"/>
                </a:lnTo>
                <a:lnTo>
                  <a:pt x="8535219" y="8535220"/>
                </a:lnTo>
                <a:lnTo>
                  <a:pt x="6783441" y="10286999"/>
                </a:lnTo>
                <a:lnTo>
                  <a:pt x="1" y="10286999"/>
                </a:lnTo>
                <a:lnTo>
                  <a:pt x="5143499" y="5143500"/>
                </a:lnTo>
                <a:lnTo>
                  <a:pt x="0" y="1"/>
                </a:lnTo>
                <a:lnTo>
                  <a:pt x="6783439" y="1"/>
                </a:lnTo>
                <a:lnTo>
                  <a:pt x="8535219" y="17517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FF84A-B3D3-1923-1088-C018EBAC009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8B8A35B-363C-4B00-BB32-4D02BDE1FAFC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E25CB-FC49-82FA-BC62-3342DDBEDA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D824F-E943-A79F-3FB7-68A1F4E61F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15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3619304" y="1029936"/>
            <a:ext cx="14668696" cy="9257064"/>
          </a:xfrm>
          <a:custGeom>
            <a:avLst/>
            <a:gdLst>
              <a:gd name="connsiteX0" fmla="*/ 9257064 w 14668696"/>
              <a:gd name="connsiteY0" fmla="*/ 0 h 9257064"/>
              <a:gd name="connsiteX1" fmla="*/ 14668696 w 14668696"/>
              <a:gd name="connsiteY1" fmla="*/ 5411635 h 9257064"/>
              <a:gd name="connsiteX2" fmla="*/ 14668696 w 14668696"/>
              <a:gd name="connsiteY2" fmla="*/ 9257064 h 9257064"/>
              <a:gd name="connsiteX3" fmla="*/ 0 w 14668696"/>
              <a:gd name="connsiteY3" fmla="*/ 9257064 h 9257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68696" h="9257064">
                <a:moveTo>
                  <a:pt x="9257064" y="0"/>
                </a:moveTo>
                <a:lnTo>
                  <a:pt x="14668696" y="5411635"/>
                </a:lnTo>
                <a:lnTo>
                  <a:pt x="14668696" y="9257064"/>
                </a:lnTo>
                <a:lnTo>
                  <a:pt x="0" y="925706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CA975-960A-FF93-6BAC-B054536ACDE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F48501AE-E19C-4E1C-9BB7-E5E99590E238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AA7E4-B799-B353-298B-1B33EEFE6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10C21-2ABA-CE9C-FBF0-BF1F658EB7E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26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3619306" y="0"/>
            <a:ext cx="14668695" cy="9257064"/>
          </a:xfrm>
          <a:custGeom>
            <a:avLst/>
            <a:gdLst>
              <a:gd name="connsiteX0" fmla="*/ 0 w 14668695"/>
              <a:gd name="connsiteY0" fmla="*/ 0 h 9257064"/>
              <a:gd name="connsiteX1" fmla="*/ 14668695 w 14668695"/>
              <a:gd name="connsiteY1" fmla="*/ 0 h 9257064"/>
              <a:gd name="connsiteX2" fmla="*/ 14668695 w 14668695"/>
              <a:gd name="connsiteY2" fmla="*/ 3845429 h 9257064"/>
              <a:gd name="connsiteX3" fmla="*/ 9257063 w 14668695"/>
              <a:gd name="connsiteY3" fmla="*/ 9257064 h 9257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68695" h="9257064">
                <a:moveTo>
                  <a:pt x="0" y="0"/>
                </a:moveTo>
                <a:lnTo>
                  <a:pt x="14668695" y="0"/>
                </a:lnTo>
                <a:lnTo>
                  <a:pt x="14668695" y="3845429"/>
                </a:lnTo>
                <a:lnTo>
                  <a:pt x="9257063" y="925706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80E69-52BB-D55B-E705-C3B8B6D1A15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06BFEC0-7A73-4A7B-8DA6-0D98316CB31C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9A8C3-1C0D-2BF6-1E71-9BA4F5F346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ACF7E-4216-474B-12FE-17AC4F2D60B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41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9144000" y="823914"/>
            <a:ext cx="8317706" cy="8639175"/>
          </a:xfrm>
          <a:custGeom>
            <a:avLst/>
            <a:gdLst>
              <a:gd name="connsiteX0" fmla="*/ 0 w 8317706"/>
              <a:gd name="connsiteY0" fmla="*/ 0 h 8639175"/>
              <a:gd name="connsiteX1" fmla="*/ 8317706 w 8317706"/>
              <a:gd name="connsiteY1" fmla="*/ 0 h 8639175"/>
              <a:gd name="connsiteX2" fmla="*/ 8317706 w 8317706"/>
              <a:gd name="connsiteY2" fmla="*/ 8639175 h 8639175"/>
              <a:gd name="connsiteX3" fmla="*/ 0 w 8317706"/>
              <a:gd name="connsiteY3" fmla="*/ 8639175 h 863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17706" h="8639175">
                <a:moveTo>
                  <a:pt x="0" y="0"/>
                </a:moveTo>
                <a:lnTo>
                  <a:pt x="8317706" y="0"/>
                </a:lnTo>
                <a:lnTo>
                  <a:pt x="8317706" y="8639175"/>
                </a:lnTo>
                <a:lnTo>
                  <a:pt x="0" y="863917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CFFC8-C934-2AEA-87E2-1620C5C625C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8D64B0F8-4B6D-49F8-977A-0655EBBD4730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3996F-6775-E254-338D-8FD62AC30A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7B468-7C4E-7F48-18AE-D961AE4FFA4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90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5143500"/>
          </a:xfrm>
          <a:custGeom>
            <a:avLst/>
            <a:gdLst>
              <a:gd name="connsiteX0" fmla="*/ 0 w 18288000"/>
              <a:gd name="connsiteY0" fmla="*/ 0 h 5143500"/>
              <a:gd name="connsiteX1" fmla="*/ 18288000 w 18288000"/>
              <a:gd name="connsiteY1" fmla="*/ 0 h 5143500"/>
              <a:gd name="connsiteX2" fmla="*/ 18288000 w 18288000"/>
              <a:gd name="connsiteY2" fmla="*/ 5143500 h 5143500"/>
              <a:gd name="connsiteX3" fmla="*/ 0 w 18288000"/>
              <a:gd name="connsiteY3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00" h="5143500">
                <a:moveTo>
                  <a:pt x="0" y="0"/>
                </a:moveTo>
                <a:lnTo>
                  <a:pt x="18288000" y="0"/>
                </a:lnTo>
                <a:lnTo>
                  <a:pt x="18288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8C91A-46BF-E59E-4A3C-B067F765D82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29DD49F-A69E-4B14-8BF4-DB50C3C0D8BC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BAEDD-E367-8A41-19FF-604B148A0B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F51A64-F9AD-65C7-2F55-0D2D1C1E596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32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9144000" y="0"/>
            <a:ext cx="9144000" cy="10287000"/>
          </a:xfrm>
          <a:custGeom>
            <a:avLst/>
            <a:gdLst>
              <a:gd name="connsiteX0" fmla="*/ 0 w 9144000"/>
              <a:gd name="connsiteY0" fmla="*/ 0 h 10287000"/>
              <a:gd name="connsiteX1" fmla="*/ 9144000 w 9144000"/>
              <a:gd name="connsiteY1" fmla="*/ 0 h 10287000"/>
              <a:gd name="connsiteX2" fmla="*/ 9144000 w 9144000"/>
              <a:gd name="connsiteY2" fmla="*/ 10287000 h 10287000"/>
              <a:gd name="connsiteX3" fmla="*/ 0 w 9144000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0" h="10287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7FCD2-4123-7878-93BD-5BDB0327B3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8994D992-3F3D-4E2C-A49E-1D0F3A5F236F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C1C0B5-FE43-6A2D-2CE8-58018D7587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E3884-B318-2028-36C2-42D49E42AF8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86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>
          <a:xfrm>
            <a:off x="15165260" y="5489865"/>
            <a:ext cx="1649056" cy="3574472"/>
          </a:xfrm>
          <a:custGeom>
            <a:avLst/>
            <a:gdLst>
              <a:gd name="connsiteX0" fmla="*/ 0 w 1649056"/>
              <a:gd name="connsiteY0" fmla="*/ 0 h 3574472"/>
              <a:gd name="connsiteX1" fmla="*/ 1649056 w 1649056"/>
              <a:gd name="connsiteY1" fmla="*/ 0 h 3574472"/>
              <a:gd name="connsiteX2" fmla="*/ 1649056 w 1649056"/>
              <a:gd name="connsiteY2" fmla="*/ 3574472 h 3574472"/>
              <a:gd name="connsiteX3" fmla="*/ 0 w 1649056"/>
              <a:gd name="connsiteY3" fmla="*/ 3574472 h 3574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9056" h="3574472">
                <a:moveTo>
                  <a:pt x="0" y="0"/>
                </a:moveTo>
                <a:lnTo>
                  <a:pt x="1649056" y="0"/>
                </a:lnTo>
                <a:lnTo>
                  <a:pt x="1649056" y="3574472"/>
                </a:lnTo>
                <a:lnTo>
                  <a:pt x="0" y="357447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2"/>
          </p:nvPr>
        </p:nvSpPr>
        <p:spPr>
          <a:xfrm>
            <a:off x="13387591" y="1222663"/>
            <a:ext cx="1649056" cy="5554034"/>
          </a:xfrm>
          <a:custGeom>
            <a:avLst/>
            <a:gdLst>
              <a:gd name="connsiteX0" fmla="*/ 0 w 1649056"/>
              <a:gd name="connsiteY0" fmla="*/ 0 h 5554034"/>
              <a:gd name="connsiteX1" fmla="*/ 1649056 w 1649056"/>
              <a:gd name="connsiteY1" fmla="*/ 0 h 5554034"/>
              <a:gd name="connsiteX2" fmla="*/ 1649056 w 1649056"/>
              <a:gd name="connsiteY2" fmla="*/ 5554034 h 5554034"/>
              <a:gd name="connsiteX3" fmla="*/ 0 w 1649056"/>
              <a:gd name="connsiteY3" fmla="*/ 5554034 h 555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9056" h="5554034">
                <a:moveTo>
                  <a:pt x="0" y="0"/>
                </a:moveTo>
                <a:lnTo>
                  <a:pt x="1649056" y="0"/>
                </a:lnTo>
                <a:lnTo>
                  <a:pt x="1649056" y="5554034"/>
                </a:lnTo>
                <a:lnTo>
                  <a:pt x="0" y="555403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11609927" y="3408218"/>
            <a:ext cx="1649055" cy="5218900"/>
          </a:xfrm>
          <a:custGeom>
            <a:avLst/>
            <a:gdLst>
              <a:gd name="connsiteX0" fmla="*/ 0 w 1649055"/>
              <a:gd name="connsiteY0" fmla="*/ 0 h 5218900"/>
              <a:gd name="connsiteX1" fmla="*/ 1649055 w 1649055"/>
              <a:gd name="connsiteY1" fmla="*/ 0 h 5218900"/>
              <a:gd name="connsiteX2" fmla="*/ 1649055 w 1649055"/>
              <a:gd name="connsiteY2" fmla="*/ 5218900 h 5218900"/>
              <a:gd name="connsiteX3" fmla="*/ 1 w 1649055"/>
              <a:gd name="connsiteY3" fmla="*/ 5218900 h 521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9055" h="5218900">
                <a:moveTo>
                  <a:pt x="0" y="0"/>
                </a:moveTo>
                <a:lnTo>
                  <a:pt x="1649055" y="0"/>
                </a:lnTo>
                <a:lnTo>
                  <a:pt x="1649055" y="5218900"/>
                </a:lnTo>
                <a:lnTo>
                  <a:pt x="1" y="52189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9788214" y="1779989"/>
            <a:ext cx="1649055" cy="5882593"/>
          </a:xfrm>
          <a:custGeom>
            <a:avLst/>
            <a:gdLst>
              <a:gd name="connsiteX0" fmla="*/ 0 w 1649055"/>
              <a:gd name="connsiteY0" fmla="*/ 0 h 5882593"/>
              <a:gd name="connsiteX1" fmla="*/ 1649055 w 1649055"/>
              <a:gd name="connsiteY1" fmla="*/ 0 h 5882593"/>
              <a:gd name="connsiteX2" fmla="*/ 1649055 w 1649055"/>
              <a:gd name="connsiteY2" fmla="*/ 5882593 h 5882593"/>
              <a:gd name="connsiteX3" fmla="*/ 0 w 1649055"/>
              <a:gd name="connsiteY3" fmla="*/ 5882593 h 5882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49055" h="5882593">
                <a:moveTo>
                  <a:pt x="0" y="0"/>
                </a:moveTo>
                <a:lnTo>
                  <a:pt x="1649055" y="0"/>
                </a:lnTo>
                <a:lnTo>
                  <a:pt x="1649055" y="5882593"/>
                </a:lnTo>
                <a:lnTo>
                  <a:pt x="0" y="588259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9121D-926D-1B20-391C-56111EB0BED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1E6DC0D-019C-4D59-9EBA-08065C3C2129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B6C3B-7EB2-F5A2-23E6-187F9442D0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785F9-F514-03DF-3A75-3DB94453DF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20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>
          <a:xfrm>
            <a:off x="10782185" y="7007498"/>
            <a:ext cx="5882593" cy="1649055"/>
          </a:xfrm>
          <a:custGeom>
            <a:avLst/>
            <a:gdLst>
              <a:gd name="connsiteX0" fmla="*/ 0 w 5882593"/>
              <a:gd name="connsiteY0" fmla="*/ 0 h 1649055"/>
              <a:gd name="connsiteX1" fmla="*/ 5882593 w 5882593"/>
              <a:gd name="connsiteY1" fmla="*/ 0 h 1649055"/>
              <a:gd name="connsiteX2" fmla="*/ 5882593 w 5882593"/>
              <a:gd name="connsiteY2" fmla="*/ 1649055 h 1649055"/>
              <a:gd name="connsiteX3" fmla="*/ 0 w 5882593"/>
              <a:gd name="connsiteY3" fmla="*/ 1649055 h 1649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2593" h="1649055">
                <a:moveTo>
                  <a:pt x="0" y="0"/>
                </a:moveTo>
                <a:lnTo>
                  <a:pt x="5882593" y="0"/>
                </a:lnTo>
                <a:lnTo>
                  <a:pt x="5882593" y="1649055"/>
                </a:lnTo>
                <a:lnTo>
                  <a:pt x="0" y="164905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2"/>
          </p:nvPr>
        </p:nvSpPr>
        <p:spPr>
          <a:xfrm>
            <a:off x="9817648" y="5185786"/>
            <a:ext cx="5218900" cy="1649055"/>
          </a:xfrm>
          <a:custGeom>
            <a:avLst/>
            <a:gdLst>
              <a:gd name="connsiteX0" fmla="*/ 0 w 5218900"/>
              <a:gd name="connsiteY0" fmla="*/ 0 h 1649055"/>
              <a:gd name="connsiteX1" fmla="*/ 5218900 w 5218900"/>
              <a:gd name="connsiteY1" fmla="*/ 0 h 1649055"/>
              <a:gd name="connsiteX2" fmla="*/ 5218900 w 5218900"/>
              <a:gd name="connsiteY2" fmla="*/ 1649055 h 1649055"/>
              <a:gd name="connsiteX3" fmla="*/ 0 w 5218900"/>
              <a:gd name="connsiteY3" fmla="*/ 1649054 h 1649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18900" h="1649055">
                <a:moveTo>
                  <a:pt x="0" y="0"/>
                </a:moveTo>
                <a:lnTo>
                  <a:pt x="5218900" y="0"/>
                </a:lnTo>
                <a:lnTo>
                  <a:pt x="5218900" y="1649055"/>
                </a:lnTo>
                <a:lnTo>
                  <a:pt x="0" y="164905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11668068" y="3408118"/>
            <a:ext cx="5554034" cy="1649056"/>
          </a:xfrm>
          <a:custGeom>
            <a:avLst/>
            <a:gdLst>
              <a:gd name="connsiteX0" fmla="*/ 0 w 5554034"/>
              <a:gd name="connsiteY0" fmla="*/ 0 h 1649056"/>
              <a:gd name="connsiteX1" fmla="*/ 5554034 w 5554034"/>
              <a:gd name="connsiteY1" fmla="*/ 0 h 1649056"/>
              <a:gd name="connsiteX2" fmla="*/ 5554034 w 5554034"/>
              <a:gd name="connsiteY2" fmla="*/ 1649056 h 1649056"/>
              <a:gd name="connsiteX3" fmla="*/ 0 w 5554034"/>
              <a:gd name="connsiteY3" fmla="*/ 1649056 h 1649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4034" h="1649056">
                <a:moveTo>
                  <a:pt x="0" y="0"/>
                </a:moveTo>
                <a:lnTo>
                  <a:pt x="5554034" y="0"/>
                </a:lnTo>
                <a:lnTo>
                  <a:pt x="5554034" y="1649056"/>
                </a:lnTo>
                <a:lnTo>
                  <a:pt x="0" y="164905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9380428" y="1630450"/>
            <a:ext cx="3574472" cy="1649057"/>
          </a:xfrm>
          <a:custGeom>
            <a:avLst/>
            <a:gdLst>
              <a:gd name="connsiteX0" fmla="*/ 0 w 3574472"/>
              <a:gd name="connsiteY0" fmla="*/ 0 h 1649057"/>
              <a:gd name="connsiteX1" fmla="*/ 3574472 w 3574472"/>
              <a:gd name="connsiteY1" fmla="*/ 0 h 1649057"/>
              <a:gd name="connsiteX2" fmla="*/ 3574472 w 3574472"/>
              <a:gd name="connsiteY2" fmla="*/ 1649057 h 1649057"/>
              <a:gd name="connsiteX3" fmla="*/ 0 w 3574472"/>
              <a:gd name="connsiteY3" fmla="*/ 1649057 h 1649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4472" h="1649057">
                <a:moveTo>
                  <a:pt x="0" y="0"/>
                </a:moveTo>
                <a:lnTo>
                  <a:pt x="3574472" y="0"/>
                </a:lnTo>
                <a:lnTo>
                  <a:pt x="3574472" y="1649057"/>
                </a:lnTo>
                <a:lnTo>
                  <a:pt x="0" y="16490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A9498-AD0D-C991-01FB-955A6ADB93A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5B4A565-15F4-4FEA-BF53-AA351FB8067A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CD057-348B-FF12-3DAA-5E4B6B0D89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0ADE48-8667-8C6F-936D-8D4A4A42FD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3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8904462" y="1626850"/>
            <a:ext cx="7849706" cy="7033300"/>
          </a:xfrm>
          <a:custGeom>
            <a:avLst/>
            <a:gdLst>
              <a:gd name="connsiteX0" fmla="*/ 0 w 7849706"/>
              <a:gd name="connsiteY0" fmla="*/ 5382555 h 7033300"/>
              <a:gd name="connsiteX1" fmla="*/ 3578133 w 7849706"/>
              <a:gd name="connsiteY1" fmla="*/ 5382555 h 7033300"/>
              <a:gd name="connsiteX2" fmla="*/ 3578133 w 7849706"/>
              <a:gd name="connsiteY2" fmla="*/ 7033300 h 7033300"/>
              <a:gd name="connsiteX3" fmla="*/ 0 w 7849706"/>
              <a:gd name="connsiteY3" fmla="*/ 7033300 h 7033300"/>
              <a:gd name="connsiteX4" fmla="*/ 2289984 w 7849706"/>
              <a:gd name="connsiteY4" fmla="*/ 3603069 h 7033300"/>
              <a:gd name="connsiteX5" fmla="*/ 7849706 w 7849706"/>
              <a:gd name="connsiteY5" fmla="*/ 3603069 h 7033300"/>
              <a:gd name="connsiteX6" fmla="*/ 7849706 w 7849706"/>
              <a:gd name="connsiteY6" fmla="*/ 5253812 h 7033300"/>
              <a:gd name="connsiteX7" fmla="*/ 2289984 w 7849706"/>
              <a:gd name="connsiteY7" fmla="*/ 5253812 h 7033300"/>
              <a:gd name="connsiteX8" fmla="*/ 437668 w 7849706"/>
              <a:gd name="connsiteY8" fmla="*/ 1823580 h 7033300"/>
              <a:gd name="connsiteX9" fmla="*/ 5661912 w 7849706"/>
              <a:gd name="connsiteY9" fmla="*/ 1823580 h 7033300"/>
              <a:gd name="connsiteX10" fmla="*/ 5661912 w 7849706"/>
              <a:gd name="connsiteY10" fmla="*/ 3474325 h 7033300"/>
              <a:gd name="connsiteX11" fmla="*/ 437668 w 7849706"/>
              <a:gd name="connsiteY11" fmla="*/ 3474325 h 7033300"/>
              <a:gd name="connsiteX12" fmla="*/ 1403194 w 7849706"/>
              <a:gd name="connsiteY12" fmla="*/ 0 h 7033300"/>
              <a:gd name="connsiteX13" fmla="*/ 7291811 w 7849706"/>
              <a:gd name="connsiteY13" fmla="*/ 0 h 7033300"/>
              <a:gd name="connsiteX14" fmla="*/ 7291811 w 7849706"/>
              <a:gd name="connsiteY14" fmla="*/ 1650744 h 7033300"/>
              <a:gd name="connsiteX15" fmla="*/ 1403194 w 7849706"/>
              <a:gd name="connsiteY15" fmla="*/ 1650744 h 703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849706" h="7033300">
                <a:moveTo>
                  <a:pt x="0" y="5382555"/>
                </a:moveTo>
                <a:lnTo>
                  <a:pt x="3578133" y="5382555"/>
                </a:lnTo>
                <a:lnTo>
                  <a:pt x="3578133" y="7033300"/>
                </a:lnTo>
                <a:lnTo>
                  <a:pt x="0" y="7033300"/>
                </a:lnTo>
                <a:close/>
                <a:moveTo>
                  <a:pt x="2289984" y="3603069"/>
                </a:moveTo>
                <a:lnTo>
                  <a:pt x="7849706" y="3603069"/>
                </a:lnTo>
                <a:lnTo>
                  <a:pt x="7849706" y="5253812"/>
                </a:lnTo>
                <a:lnTo>
                  <a:pt x="2289984" y="5253812"/>
                </a:lnTo>
                <a:close/>
                <a:moveTo>
                  <a:pt x="437668" y="1823580"/>
                </a:moveTo>
                <a:lnTo>
                  <a:pt x="5661912" y="1823580"/>
                </a:lnTo>
                <a:lnTo>
                  <a:pt x="5661912" y="3474325"/>
                </a:lnTo>
                <a:lnTo>
                  <a:pt x="437668" y="3474325"/>
                </a:lnTo>
                <a:close/>
                <a:moveTo>
                  <a:pt x="1403194" y="0"/>
                </a:moveTo>
                <a:lnTo>
                  <a:pt x="7291811" y="0"/>
                </a:lnTo>
                <a:lnTo>
                  <a:pt x="7291811" y="1650744"/>
                </a:lnTo>
                <a:lnTo>
                  <a:pt x="1403194" y="165074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scene3d>
            <a:camera prst="perspectiveLeft">
              <a:rot lat="0" lon="2100000" rev="0"/>
            </a:camera>
            <a:lightRig rig="threePt" dir="t"/>
          </a:scene3d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64B4B-7923-67F8-2EC2-06C3236617B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56C1E55-66CE-4A88-99D0-F24AF4B53905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99B5D-3A10-CC78-0E1B-EDBE0BE283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0120A-D586-D71D-14CC-A46D07743DD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50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08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0"/>
          </p:nvPr>
        </p:nvSpPr>
        <p:spPr>
          <a:xfrm>
            <a:off x="827718" y="3438835"/>
            <a:ext cx="2274426" cy="4668557"/>
          </a:xfrm>
          <a:custGeom>
            <a:avLst/>
            <a:gdLst>
              <a:gd name="connsiteX0" fmla="*/ 0 w 2274426"/>
              <a:gd name="connsiteY0" fmla="*/ 0 h 4668557"/>
              <a:gd name="connsiteX1" fmla="*/ 2274426 w 2274426"/>
              <a:gd name="connsiteY1" fmla="*/ 0 h 4668557"/>
              <a:gd name="connsiteX2" fmla="*/ 2274426 w 2274426"/>
              <a:gd name="connsiteY2" fmla="*/ 4668557 h 4668557"/>
              <a:gd name="connsiteX3" fmla="*/ 0 w 2274426"/>
              <a:gd name="connsiteY3" fmla="*/ 4668557 h 466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4426" h="4668557">
                <a:moveTo>
                  <a:pt x="0" y="0"/>
                </a:moveTo>
                <a:lnTo>
                  <a:pt x="2274426" y="0"/>
                </a:lnTo>
                <a:lnTo>
                  <a:pt x="2274426" y="4668557"/>
                </a:lnTo>
                <a:lnTo>
                  <a:pt x="0" y="46685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1"/>
          </p:nvPr>
        </p:nvSpPr>
        <p:spPr>
          <a:xfrm>
            <a:off x="3221111" y="3438835"/>
            <a:ext cx="2274426" cy="4668557"/>
          </a:xfrm>
          <a:custGeom>
            <a:avLst/>
            <a:gdLst>
              <a:gd name="connsiteX0" fmla="*/ 0 w 2274426"/>
              <a:gd name="connsiteY0" fmla="*/ 0 h 4668557"/>
              <a:gd name="connsiteX1" fmla="*/ 2274426 w 2274426"/>
              <a:gd name="connsiteY1" fmla="*/ 0 h 4668557"/>
              <a:gd name="connsiteX2" fmla="*/ 2274426 w 2274426"/>
              <a:gd name="connsiteY2" fmla="*/ 4668557 h 4668557"/>
              <a:gd name="connsiteX3" fmla="*/ 0 w 2274426"/>
              <a:gd name="connsiteY3" fmla="*/ 4668557 h 466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4426" h="4668557">
                <a:moveTo>
                  <a:pt x="0" y="0"/>
                </a:moveTo>
                <a:lnTo>
                  <a:pt x="2274426" y="0"/>
                </a:lnTo>
                <a:lnTo>
                  <a:pt x="2274426" y="4668557"/>
                </a:lnTo>
                <a:lnTo>
                  <a:pt x="0" y="46685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2"/>
          </p:nvPr>
        </p:nvSpPr>
        <p:spPr>
          <a:xfrm>
            <a:off x="5614504" y="3438835"/>
            <a:ext cx="2274426" cy="4668557"/>
          </a:xfrm>
          <a:custGeom>
            <a:avLst/>
            <a:gdLst>
              <a:gd name="connsiteX0" fmla="*/ 0 w 2274426"/>
              <a:gd name="connsiteY0" fmla="*/ 0 h 4668557"/>
              <a:gd name="connsiteX1" fmla="*/ 2274426 w 2274426"/>
              <a:gd name="connsiteY1" fmla="*/ 0 h 4668557"/>
              <a:gd name="connsiteX2" fmla="*/ 2274426 w 2274426"/>
              <a:gd name="connsiteY2" fmla="*/ 4668557 h 4668557"/>
              <a:gd name="connsiteX3" fmla="*/ 0 w 2274426"/>
              <a:gd name="connsiteY3" fmla="*/ 4668557 h 466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4426" h="4668557">
                <a:moveTo>
                  <a:pt x="0" y="0"/>
                </a:moveTo>
                <a:lnTo>
                  <a:pt x="2274426" y="0"/>
                </a:lnTo>
                <a:lnTo>
                  <a:pt x="2274426" y="4668557"/>
                </a:lnTo>
                <a:lnTo>
                  <a:pt x="0" y="46685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8007897" y="3438835"/>
            <a:ext cx="2274426" cy="4668557"/>
          </a:xfrm>
          <a:custGeom>
            <a:avLst/>
            <a:gdLst>
              <a:gd name="connsiteX0" fmla="*/ 0 w 2274426"/>
              <a:gd name="connsiteY0" fmla="*/ 0 h 4668557"/>
              <a:gd name="connsiteX1" fmla="*/ 2274426 w 2274426"/>
              <a:gd name="connsiteY1" fmla="*/ 0 h 4668557"/>
              <a:gd name="connsiteX2" fmla="*/ 2274426 w 2274426"/>
              <a:gd name="connsiteY2" fmla="*/ 4668557 h 4668557"/>
              <a:gd name="connsiteX3" fmla="*/ 0 w 2274426"/>
              <a:gd name="connsiteY3" fmla="*/ 4668557 h 466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4426" h="4668557">
                <a:moveTo>
                  <a:pt x="0" y="0"/>
                </a:moveTo>
                <a:lnTo>
                  <a:pt x="2274426" y="0"/>
                </a:lnTo>
                <a:lnTo>
                  <a:pt x="2274426" y="4668557"/>
                </a:lnTo>
                <a:lnTo>
                  <a:pt x="0" y="46685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4"/>
          </p:nvPr>
        </p:nvSpPr>
        <p:spPr>
          <a:xfrm>
            <a:off x="10401290" y="3438835"/>
            <a:ext cx="2274426" cy="4668557"/>
          </a:xfrm>
          <a:custGeom>
            <a:avLst/>
            <a:gdLst>
              <a:gd name="connsiteX0" fmla="*/ 0 w 2274426"/>
              <a:gd name="connsiteY0" fmla="*/ 0 h 4668557"/>
              <a:gd name="connsiteX1" fmla="*/ 2274426 w 2274426"/>
              <a:gd name="connsiteY1" fmla="*/ 0 h 4668557"/>
              <a:gd name="connsiteX2" fmla="*/ 2274426 w 2274426"/>
              <a:gd name="connsiteY2" fmla="*/ 4668557 h 4668557"/>
              <a:gd name="connsiteX3" fmla="*/ 0 w 2274426"/>
              <a:gd name="connsiteY3" fmla="*/ 4668557 h 466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4426" h="4668557">
                <a:moveTo>
                  <a:pt x="0" y="0"/>
                </a:moveTo>
                <a:lnTo>
                  <a:pt x="2274426" y="0"/>
                </a:lnTo>
                <a:lnTo>
                  <a:pt x="2274426" y="4668557"/>
                </a:lnTo>
                <a:lnTo>
                  <a:pt x="0" y="46685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5"/>
          </p:nvPr>
        </p:nvSpPr>
        <p:spPr>
          <a:xfrm>
            <a:off x="12794683" y="3438835"/>
            <a:ext cx="2274426" cy="4668557"/>
          </a:xfrm>
          <a:custGeom>
            <a:avLst/>
            <a:gdLst>
              <a:gd name="connsiteX0" fmla="*/ 0 w 2274426"/>
              <a:gd name="connsiteY0" fmla="*/ 0 h 4668557"/>
              <a:gd name="connsiteX1" fmla="*/ 2274426 w 2274426"/>
              <a:gd name="connsiteY1" fmla="*/ 0 h 4668557"/>
              <a:gd name="connsiteX2" fmla="*/ 2274426 w 2274426"/>
              <a:gd name="connsiteY2" fmla="*/ 4668557 h 4668557"/>
              <a:gd name="connsiteX3" fmla="*/ 0 w 2274426"/>
              <a:gd name="connsiteY3" fmla="*/ 4668557 h 466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4426" h="4668557">
                <a:moveTo>
                  <a:pt x="0" y="0"/>
                </a:moveTo>
                <a:lnTo>
                  <a:pt x="2274426" y="0"/>
                </a:lnTo>
                <a:lnTo>
                  <a:pt x="2274426" y="4668557"/>
                </a:lnTo>
                <a:lnTo>
                  <a:pt x="0" y="46685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6"/>
          </p:nvPr>
        </p:nvSpPr>
        <p:spPr>
          <a:xfrm>
            <a:off x="15188074" y="3438835"/>
            <a:ext cx="2274426" cy="4668557"/>
          </a:xfrm>
          <a:custGeom>
            <a:avLst/>
            <a:gdLst>
              <a:gd name="connsiteX0" fmla="*/ 0 w 2274426"/>
              <a:gd name="connsiteY0" fmla="*/ 0 h 4668557"/>
              <a:gd name="connsiteX1" fmla="*/ 2274426 w 2274426"/>
              <a:gd name="connsiteY1" fmla="*/ 0 h 4668557"/>
              <a:gd name="connsiteX2" fmla="*/ 2274426 w 2274426"/>
              <a:gd name="connsiteY2" fmla="*/ 4668557 h 4668557"/>
              <a:gd name="connsiteX3" fmla="*/ 0 w 2274426"/>
              <a:gd name="connsiteY3" fmla="*/ 4668557 h 4668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4426" h="4668557">
                <a:moveTo>
                  <a:pt x="0" y="0"/>
                </a:moveTo>
                <a:lnTo>
                  <a:pt x="2274426" y="0"/>
                </a:lnTo>
                <a:lnTo>
                  <a:pt x="2274426" y="4668557"/>
                </a:lnTo>
                <a:lnTo>
                  <a:pt x="0" y="46685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7CED8-C0BB-4B51-887D-97E385EDC653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C505ABB7-87A4-4CA9-9538-EA8CBEADD84A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050F5-D9E0-FA2B-E6C2-3FC45F17E5B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70DE5-B242-B14A-A0EB-F4E78ABAC3A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36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7103503" y="1716576"/>
            <a:ext cx="3337670" cy="3337670"/>
          </a:xfrm>
          <a:custGeom>
            <a:avLst/>
            <a:gdLst>
              <a:gd name="connsiteX0" fmla="*/ 0 w 3337670"/>
              <a:gd name="connsiteY0" fmla="*/ 0 h 3337670"/>
              <a:gd name="connsiteX1" fmla="*/ 3337670 w 3337670"/>
              <a:gd name="connsiteY1" fmla="*/ 0 h 3337670"/>
              <a:gd name="connsiteX2" fmla="*/ 3337670 w 3337670"/>
              <a:gd name="connsiteY2" fmla="*/ 3337670 h 3337670"/>
              <a:gd name="connsiteX3" fmla="*/ 0 w 3337670"/>
              <a:gd name="connsiteY3" fmla="*/ 3337670 h 3337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7670" h="3337670">
                <a:moveTo>
                  <a:pt x="0" y="0"/>
                </a:moveTo>
                <a:lnTo>
                  <a:pt x="3337670" y="0"/>
                </a:lnTo>
                <a:lnTo>
                  <a:pt x="3337670" y="3337670"/>
                </a:lnTo>
                <a:lnTo>
                  <a:pt x="0" y="333767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1"/>
          </p:nvPr>
        </p:nvSpPr>
        <p:spPr>
          <a:xfrm>
            <a:off x="14124830" y="1716576"/>
            <a:ext cx="3337670" cy="3337670"/>
          </a:xfrm>
          <a:custGeom>
            <a:avLst/>
            <a:gdLst>
              <a:gd name="connsiteX0" fmla="*/ 0 w 3337670"/>
              <a:gd name="connsiteY0" fmla="*/ 0 h 3337670"/>
              <a:gd name="connsiteX1" fmla="*/ 3337670 w 3337670"/>
              <a:gd name="connsiteY1" fmla="*/ 0 h 3337670"/>
              <a:gd name="connsiteX2" fmla="*/ 3337670 w 3337670"/>
              <a:gd name="connsiteY2" fmla="*/ 3337670 h 3337670"/>
              <a:gd name="connsiteX3" fmla="*/ 0 w 3337670"/>
              <a:gd name="connsiteY3" fmla="*/ 3337670 h 3337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7670" h="3337670">
                <a:moveTo>
                  <a:pt x="0" y="0"/>
                </a:moveTo>
                <a:lnTo>
                  <a:pt x="3337670" y="0"/>
                </a:lnTo>
                <a:lnTo>
                  <a:pt x="3337670" y="3337670"/>
                </a:lnTo>
                <a:lnTo>
                  <a:pt x="0" y="333767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0614166" y="1716576"/>
            <a:ext cx="3337670" cy="3337670"/>
          </a:xfrm>
          <a:custGeom>
            <a:avLst/>
            <a:gdLst>
              <a:gd name="connsiteX0" fmla="*/ 0 w 3337670"/>
              <a:gd name="connsiteY0" fmla="*/ 0 h 3337670"/>
              <a:gd name="connsiteX1" fmla="*/ 3337670 w 3337670"/>
              <a:gd name="connsiteY1" fmla="*/ 0 h 3337670"/>
              <a:gd name="connsiteX2" fmla="*/ 3337670 w 3337670"/>
              <a:gd name="connsiteY2" fmla="*/ 3337670 h 3337670"/>
              <a:gd name="connsiteX3" fmla="*/ 0 w 3337670"/>
              <a:gd name="connsiteY3" fmla="*/ 3337670 h 3337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7670" h="3337670">
                <a:moveTo>
                  <a:pt x="0" y="0"/>
                </a:moveTo>
                <a:lnTo>
                  <a:pt x="3337670" y="0"/>
                </a:lnTo>
                <a:lnTo>
                  <a:pt x="3337670" y="3337670"/>
                </a:lnTo>
                <a:lnTo>
                  <a:pt x="0" y="333767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7103503" y="5238269"/>
            <a:ext cx="3337670" cy="3337670"/>
          </a:xfrm>
          <a:custGeom>
            <a:avLst/>
            <a:gdLst>
              <a:gd name="connsiteX0" fmla="*/ 0 w 3337670"/>
              <a:gd name="connsiteY0" fmla="*/ 0 h 3337670"/>
              <a:gd name="connsiteX1" fmla="*/ 3337670 w 3337670"/>
              <a:gd name="connsiteY1" fmla="*/ 0 h 3337670"/>
              <a:gd name="connsiteX2" fmla="*/ 3337670 w 3337670"/>
              <a:gd name="connsiteY2" fmla="*/ 3337670 h 3337670"/>
              <a:gd name="connsiteX3" fmla="*/ 0 w 3337670"/>
              <a:gd name="connsiteY3" fmla="*/ 3337670 h 3337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7670" h="3337670">
                <a:moveTo>
                  <a:pt x="0" y="0"/>
                </a:moveTo>
                <a:lnTo>
                  <a:pt x="3337670" y="0"/>
                </a:lnTo>
                <a:lnTo>
                  <a:pt x="3337670" y="3337670"/>
                </a:lnTo>
                <a:lnTo>
                  <a:pt x="0" y="333767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4"/>
          </p:nvPr>
        </p:nvSpPr>
        <p:spPr>
          <a:xfrm>
            <a:off x="14124830" y="5238269"/>
            <a:ext cx="3337670" cy="3337670"/>
          </a:xfrm>
          <a:custGeom>
            <a:avLst/>
            <a:gdLst>
              <a:gd name="connsiteX0" fmla="*/ 0 w 3337670"/>
              <a:gd name="connsiteY0" fmla="*/ 0 h 3337670"/>
              <a:gd name="connsiteX1" fmla="*/ 3337670 w 3337670"/>
              <a:gd name="connsiteY1" fmla="*/ 0 h 3337670"/>
              <a:gd name="connsiteX2" fmla="*/ 3337670 w 3337670"/>
              <a:gd name="connsiteY2" fmla="*/ 3337670 h 3337670"/>
              <a:gd name="connsiteX3" fmla="*/ 0 w 3337670"/>
              <a:gd name="connsiteY3" fmla="*/ 3337670 h 3337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7670" h="3337670">
                <a:moveTo>
                  <a:pt x="0" y="0"/>
                </a:moveTo>
                <a:lnTo>
                  <a:pt x="3337670" y="0"/>
                </a:lnTo>
                <a:lnTo>
                  <a:pt x="3337670" y="3337670"/>
                </a:lnTo>
                <a:lnTo>
                  <a:pt x="0" y="333767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5"/>
          </p:nvPr>
        </p:nvSpPr>
        <p:spPr>
          <a:xfrm>
            <a:off x="10614166" y="5238269"/>
            <a:ext cx="3337670" cy="3337670"/>
          </a:xfrm>
          <a:custGeom>
            <a:avLst/>
            <a:gdLst>
              <a:gd name="connsiteX0" fmla="*/ 0 w 3337670"/>
              <a:gd name="connsiteY0" fmla="*/ 0 h 3337670"/>
              <a:gd name="connsiteX1" fmla="*/ 3337670 w 3337670"/>
              <a:gd name="connsiteY1" fmla="*/ 0 h 3337670"/>
              <a:gd name="connsiteX2" fmla="*/ 3337670 w 3337670"/>
              <a:gd name="connsiteY2" fmla="*/ 3337670 h 3337670"/>
              <a:gd name="connsiteX3" fmla="*/ 0 w 3337670"/>
              <a:gd name="connsiteY3" fmla="*/ 3337670 h 3337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7670" h="3337670">
                <a:moveTo>
                  <a:pt x="0" y="0"/>
                </a:moveTo>
                <a:lnTo>
                  <a:pt x="3337670" y="0"/>
                </a:lnTo>
                <a:lnTo>
                  <a:pt x="3337670" y="3337670"/>
                </a:lnTo>
                <a:lnTo>
                  <a:pt x="0" y="333767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33853-3A75-B8AF-9AEF-98FADF59A75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18153BC-8C6F-4B68-8024-9D41C38E581F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72C4D-5068-EDBF-8E5A-31BCADB1B6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3CF20-57E5-C6B7-6FEF-0695A53773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6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1894500" y="3711304"/>
            <a:ext cx="5458801" cy="5458801"/>
          </a:xfrm>
          <a:custGeom>
            <a:avLst/>
            <a:gdLst>
              <a:gd name="connsiteX0" fmla="*/ 0 w 5458801"/>
              <a:gd name="connsiteY0" fmla="*/ 0 h 5458801"/>
              <a:gd name="connsiteX1" fmla="*/ 5458801 w 5458801"/>
              <a:gd name="connsiteY1" fmla="*/ 0 h 5458801"/>
              <a:gd name="connsiteX2" fmla="*/ 5458801 w 5458801"/>
              <a:gd name="connsiteY2" fmla="*/ 5458801 h 5458801"/>
              <a:gd name="connsiteX3" fmla="*/ 0 w 5458801"/>
              <a:gd name="connsiteY3" fmla="*/ 5458801 h 545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58801" h="5458801">
                <a:moveTo>
                  <a:pt x="0" y="0"/>
                </a:moveTo>
                <a:lnTo>
                  <a:pt x="5458801" y="0"/>
                </a:lnTo>
                <a:lnTo>
                  <a:pt x="5458801" y="5458801"/>
                </a:lnTo>
                <a:lnTo>
                  <a:pt x="0" y="545880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D3D1C-1468-8664-F64E-B6E608CE5B5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C0274CAD-BF66-402E-B1D4-4A297BFB448A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17810-3F12-BF4B-330A-7194551046A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5C8A3-FBE7-756C-577F-522F307746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4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10287000"/>
          </a:xfrm>
          <a:custGeom>
            <a:avLst/>
            <a:gdLst>
              <a:gd name="connsiteX0" fmla="*/ 0 w 9144000"/>
              <a:gd name="connsiteY0" fmla="*/ 0 h 10287000"/>
              <a:gd name="connsiteX1" fmla="*/ 9144000 w 9144000"/>
              <a:gd name="connsiteY1" fmla="*/ 0 h 10287000"/>
              <a:gd name="connsiteX2" fmla="*/ 9144000 w 9144000"/>
              <a:gd name="connsiteY2" fmla="*/ 10287000 h 10287000"/>
              <a:gd name="connsiteX3" fmla="*/ 0 w 9144000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0" h="10287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35FE3-49CA-39E7-1B2A-CF547DD20A2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8A929465-4678-449B-A336-04D4DA93CAA4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14E1-D792-7D3E-40DB-F9486C19B0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B530F-E08B-8914-3A05-814BF7071C7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85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1885761" y="3762225"/>
            <a:ext cx="3114675" cy="3114675"/>
          </a:xfrm>
          <a:custGeom>
            <a:avLst/>
            <a:gdLst>
              <a:gd name="connsiteX0" fmla="*/ 0 w 3114675"/>
              <a:gd name="connsiteY0" fmla="*/ 0 h 3114675"/>
              <a:gd name="connsiteX1" fmla="*/ 3114675 w 3114675"/>
              <a:gd name="connsiteY1" fmla="*/ 0 h 3114675"/>
              <a:gd name="connsiteX2" fmla="*/ 3114675 w 3114675"/>
              <a:gd name="connsiteY2" fmla="*/ 3114675 h 3114675"/>
              <a:gd name="connsiteX3" fmla="*/ 0 w 3114675"/>
              <a:gd name="connsiteY3" fmla="*/ 3114675 h 311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4675" h="3114675">
                <a:moveTo>
                  <a:pt x="0" y="0"/>
                </a:moveTo>
                <a:lnTo>
                  <a:pt x="3114675" y="0"/>
                </a:lnTo>
                <a:lnTo>
                  <a:pt x="3114675" y="3114675"/>
                </a:lnTo>
                <a:lnTo>
                  <a:pt x="0" y="311467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7603255" y="3762223"/>
            <a:ext cx="3114675" cy="3114675"/>
          </a:xfrm>
          <a:custGeom>
            <a:avLst/>
            <a:gdLst>
              <a:gd name="connsiteX0" fmla="*/ 0 w 3114675"/>
              <a:gd name="connsiteY0" fmla="*/ 0 h 3114675"/>
              <a:gd name="connsiteX1" fmla="*/ 3114675 w 3114675"/>
              <a:gd name="connsiteY1" fmla="*/ 0 h 3114675"/>
              <a:gd name="connsiteX2" fmla="*/ 3114675 w 3114675"/>
              <a:gd name="connsiteY2" fmla="*/ 3114675 h 3114675"/>
              <a:gd name="connsiteX3" fmla="*/ 0 w 3114675"/>
              <a:gd name="connsiteY3" fmla="*/ 3114675 h 311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4675" h="3114675">
                <a:moveTo>
                  <a:pt x="0" y="0"/>
                </a:moveTo>
                <a:lnTo>
                  <a:pt x="3114675" y="0"/>
                </a:lnTo>
                <a:lnTo>
                  <a:pt x="3114675" y="3114675"/>
                </a:lnTo>
                <a:lnTo>
                  <a:pt x="0" y="311467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/>
          </p:nvPr>
        </p:nvSpPr>
        <p:spPr>
          <a:xfrm>
            <a:off x="13320751" y="3762223"/>
            <a:ext cx="3114675" cy="3114675"/>
          </a:xfrm>
          <a:custGeom>
            <a:avLst/>
            <a:gdLst>
              <a:gd name="connsiteX0" fmla="*/ 0 w 3114675"/>
              <a:gd name="connsiteY0" fmla="*/ 0 h 3114675"/>
              <a:gd name="connsiteX1" fmla="*/ 3114675 w 3114675"/>
              <a:gd name="connsiteY1" fmla="*/ 0 h 3114675"/>
              <a:gd name="connsiteX2" fmla="*/ 3114675 w 3114675"/>
              <a:gd name="connsiteY2" fmla="*/ 3114675 h 3114675"/>
              <a:gd name="connsiteX3" fmla="*/ 0 w 3114675"/>
              <a:gd name="connsiteY3" fmla="*/ 3114675 h 311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4675" h="3114675">
                <a:moveTo>
                  <a:pt x="0" y="0"/>
                </a:moveTo>
                <a:lnTo>
                  <a:pt x="3114675" y="0"/>
                </a:lnTo>
                <a:lnTo>
                  <a:pt x="3114675" y="3114675"/>
                </a:lnTo>
                <a:lnTo>
                  <a:pt x="0" y="311467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0EF2F-D2D6-BA52-29B9-2FB75E046931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23486DAC-EBC5-44E4-BBBD-EC407B19A1FB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AEBDC-FECB-4C8D-C48A-E7F596774B5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61A2A-7DF1-2D9A-BFBC-B67FB128E99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57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3462049" y="823913"/>
            <a:ext cx="5943208" cy="8639175"/>
          </a:xfrm>
          <a:custGeom>
            <a:avLst/>
            <a:gdLst>
              <a:gd name="connsiteX0" fmla="*/ 0 w 5943208"/>
              <a:gd name="connsiteY0" fmla="*/ 0 h 8639175"/>
              <a:gd name="connsiteX1" fmla="*/ 5943208 w 5943208"/>
              <a:gd name="connsiteY1" fmla="*/ 0 h 8639175"/>
              <a:gd name="connsiteX2" fmla="*/ 5943208 w 5943208"/>
              <a:gd name="connsiteY2" fmla="*/ 8639175 h 8639175"/>
              <a:gd name="connsiteX3" fmla="*/ 0 w 5943208"/>
              <a:gd name="connsiteY3" fmla="*/ 8639175 h 863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43208" h="8639175">
                <a:moveTo>
                  <a:pt x="0" y="0"/>
                </a:moveTo>
                <a:lnTo>
                  <a:pt x="5943208" y="0"/>
                </a:lnTo>
                <a:lnTo>
                  <a:pt x="5943208" y="8639175"/>
                </a:lnTo>
                <a:lnTo>
                  <a:pt x="0" y="863917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62CAB-6CB9-6DE8-E6CE-F5B7D3FDD09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0681245D-37EE-494F-BD2E-1FFE31CD5DF5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8ED1F6-5637-AF64-37AA-315E4BCC98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CCF91-061B-FA91-A20B-88F72161A51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927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827089" y="1674877"/>
            <a:ext cx="16635413" cy="4104802"/>
          </a:xfrm>
          <a:custGeom>
            <a:avLst/>
            <a:gdLst>
              <a:gd name="connsiteX0" fmla="*/ 0 w 16635413"/>
              <a:gd name="connsiteY0" fmla="*/ 0 h 4104802"/>
              <a:gd name="connsiteX1" fmla="*/ 16635413 w 16635413"/>
              <a:gd name="connsiteY1" fmla="*/ 0 h 4104802"/>
              <a:gd name="connsiteX2" fmla="*/ 16635413 w 16635413"/>
              <a:gd name="connsiteY2" fmla="*/ 4104802 h 4104802"/>
              <a:gd name="connsiteX3" fmla="*/ 0 w 16635413"/>
              <a:gd name="connsiteY3" fmla="*/ 4104802 h 4104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35413" h="4104802">
                <a:moveTo>
                  <a:pt x="0" y="0"/>
                </a:moveTo>
                <a:lnTo>
                  <a:pt x="16635413" y="0"/>
                </a:lnTo>
                <a:lnTo>
                  <a:pt x="16635413" y="4104802"/>
                </a:lnTo>
                <a:lnTo>
                  <a:pt x="0" y="41048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8855D-3C7F-FC10-02FA-473344E357A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8A19DFD4-3A01-47D1-8530-72A451A645DC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DBF4A-CB96-CC72-4226-42A216CCD6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AE056-96C8-6052-13E8-F5900BE772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103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0"/>
          </p:nvPr>
        </p:nvSpPr>
        <p:spPr>
          <a:xfrm>
            <a:off x="1866902" y="1504952"/>
            <a:ext cx="3501813" cy="3501813"/>
          </a:xfrm>
          <a:custGeom>
            <a:avLst/>
            <a:gdLst>
              <a:gd name="connsiteX0" fmla="*/ 0 w 3501813"/>
              <a:gd name="connsiteY0" fmla="*/ 0 h 3501813"/>
              <a:gd name="connsiteX1" fmla="*/ 3501813 w 3501813"/>
              <a:gd name="connsiteY1" fmla="*/ 0 h 3501813"/>
              <a:gd name="connsiteX2" fmla="*/ 3501813 w 3501813"/>
              <a:gd name="connsiteY2" fmla="*/ 3501813 h 3501813"/>
              <a:gd name="connsiteX3" fmla="*/ 0 w 3501813"/>
              <a:gd name="connsiteY3" fmla="*/ 3501813 h 350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1813" h="3501813">
                <a:moveTo>
                  <a:pt x="0" y="0"/>
                </a:moveTo>
                <a:lnTo>
                  <a:pt x="3501813" y="0"/>
                </a:lnTo>
                <a:lnTo>
                  <a:pt x="3501813" y="3501813"/>
                </a:lnTo>
                <a:lnTo>
                  <a:pt x="0" y="35018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1"/>
          </p:nvPr>
        </p:nvSpPr>
        <p:spPr>
          <a:xfrm>
            <a:off x="5642187" y="1504950"/>
            <a:ext cx="3501813" cy="3501813"/>
          </a:xfrm>
          <a:custGeom>
            <a:avLst/>
            <a:gdLst>
              <a:gd name="connsiteX0" fmla="*/ 0 w 3501813"/>
              <a:gd name="connsiteY0" fmla="*/ 0 h 3501813"/>
              <a:gd name="connsiteX1" fmla="*/ 3501813 w 3501813"/>
              <a:gd name="connsiteY1" fmla="*/ 0 h 3501813"/>
              <a:gd name="connsiteX2" fmla="*/ 3501813 w 3501813"/>
              <a:gd name="connsiteY2" fmla="*/ 3501813 h 3501813"/>
              <a:gd name="connsiteX3" fmla="*/ 0 w 3501813"/>
              <a:gd name="connsiteY3" fmla="*/ 3501813 h 350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1813" h="3501813">
                <a:moveTo>
                  <a:pt x="0" y="0"/>
                </a:moveTo>
                <a:lnTo>
                  <a:pt x="3501813" y="0"/>
                </a:lnTo>
                <a:lnTo>
                  <a:pt x="3501813" y="3501813"/>
                </a:lnTo>
                <a:lnTo>
                  <a:pt x="0" y="35018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2"/>
          </p:nvPr>
        </p:nvSpPr>
        <p:spPr>
          <a:xfrm>
            <a:off x="1866900" y="5280237"/>
            <a:ext cx="3501813" cy="3501813"/>
          </a:xfrm>
          <a:custGeom>
            <a:avLst/>
            <a:gdLst>
              <a:gd name="connsiteX0" fmla="*/ 0 w 3501813"/>
              <a:gd name="connsiteY0" fmla="*/ 0 h 3501813"/>
              <a:gd name="connsiteX1" fmla="*/ 3501813 w 3501813"/>
              <a:gd name="connsiteY1" fmla="*/ 0 h 3501813"/>
              <a:gd name="connsiteX2" fmla="*/ 3501813 w 3501813"/>
              <a:gd name="connsiteY2" fmla="*/ 3501813 h 3501813"/>
              <a:gd name="connsiteX3" fmla="*/ 0 w 3501813"/>
              <a:gd name="connsiteY3" fmla="*/ 3501813 h 350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1813" h="3501813">
                <a:moveTo>
                  <a:pt x="0" y="0"/>
                </a:moveTo>
                <a:lnTo>
                  <a:pt x="3501813" y="0"/>
                </a:lnTo>
                <a:lnTo>
                  <a:pt x="3501813" y="3501813"/>
                </a:lnTo>
                <a:lnTo>
                  <a:pt x="0" y="35018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3"/>
          </p:nvPr>
        </p:nvSpPr>
        <p:spPr>
          <a:xfrm>
            <a:off x="5642187" y="5280237"/>
            <a:ext cx="3501813" cy="3501813"/>
          </a:xfrm>
          <a:custGeom>
            <a:avLst/>
            <a:gdLst>
              <a:gd name="connsiteX0" fmla="*/ 0 w 3501813"/>
              <a:gd name="connsiteY0" fmla="*/ 0 h 3501813"/>
              <a:gd name="connsiteX1" fmla="*/ 3501813 w 3501813"/>
              <a:gd name="connsiteY1" fmla="*/ 0 h 3501813"/>
              <a:gd name="connsiteX2" fmla="*/ 3501813 w 3501813"/>
              <a:gd name="connsiteY2" fmla="*/ 3501813 h 3501813"/>
              <a:gd name="connsiteX3" fmla="*/ 0 w 3501813"/>
              <a:gd name="connsiteY3" fmla="*/ 3501813 h 350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1813" h="3501813">
                <a:moveTo>
                  <a:pt x="0" y="0"/>
                </a:moveTo>
                <a:lnTo>
                  <a:pt x="3501813" y="0"/>
                </a:lnTo>
                <a:lnTo>
                  <a:pt x="3501813" y="3501813"/>
                </a:lnTo>
                <a:lnTo>
                  <a:pt x="0" y="35018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7F19C-00CC-A9A2-405F-8515D20ECEA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DBB24B74-D5CC-466B-8B34-BAD63BCFC299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10ED33-97F4-CC41-4811-2AB0695643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48487-D1C8-5B26-23E2-9633C475A0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70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/>
          <p:cNvSpPr>
            <a:spLocks noGrp="1"/>
          </p:cNvSpPr>
          <p:nvPr>
            <p:ph type="pic" sz="quarter" idx="10"/>
          </p:nvPr>
        </p:nvSpPr>
        <p:spPr>
          <a:xfrm>
            <a:off x="827088" y="3551764"/>
            <a:ext cx="4037694" cy="2770202"/>
          </a:xfrm>
          <a:custGeom>
            <a:avLst/>
            <a:gdLst>
              <a:gd name="connsiteX0" fmla="*/ 0 w 4037694"/>
              <a:gd name="connsiteY0" fmla="*/ 0 h 2770202"/>
              <a:gd name="connsiteX1" fmla="*/ 4037694 w 4037694"/>
              <a:gd name="connsiteY1" fmla="*/ 0 h 2770202"/>
              <a:gd name="connsiteX2" fmla="*/ 4037694 w 4037694"/>
              <a:gd name="connsiteY2" fmla="*/ 2770202 h 2770202"/>
              <a:gd name="connsiteX3" fmla="*/ 0 w 4037694"/>
              <a:gd name="connsiteY3" fmla="*/ 2770202 h 277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7694" h="2770202">
                <a:moveTo>
                  <a:pt x="0" y="0"/>
                </a:moveTo>
                <a:lnTo>
                  <a:pt x="4037694" y="0"/>
                </a:lnTo>
                <a:lnTo>
                  <a:pt x="4037694" y="2770202"/>
                </a:lnTo>
                <a:lnTo>
                  <a:pt x="0" y="27702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1"/>
          </p:nvPr>
        </p:nvSpPr>
        <p:spPr>
          <a:xfrm>
            <a:off x="5026327" y="3551764"/>
            <a:ext cx="4037694" cy="2770202"/>
          </a:xfrm>
          <a:custGeom>
            <a:avLst/>
            <a:gdLst>
              <a:gd name="connsiteX0" fmla="*/ 0 w 4037694"/>
              <a:gd name="connsiteY0" fmla="*/ 0 h 2770202"/>
              <a:gd name="connsiteX1" fmla="*/ 4037694 w 4037694"/>
              <a:gd name="connsiteY1" fmla="*/ 0 h 2770202"/>
              <a:gd name="connsiteX2" fmla="*/ 4037694 w 4037694"/>
              <a:gd name="connsiteY2" fmla="*/ 2770202 h 2770202"/>
              <a:gd name="connsiteX3" fmla="*/ 0 w 4037694"/>
              <a:gd name="connsiteY3" fmla="*/ 2770202 h 277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7694" h="2770202">
                <a:moveTo>
                  <a:pt x="0" y="0"/>
                </a:moveTo>
                <a:lnTo>
                  <a:pt x="4037694" y="0"/>
                </a:lnTo>
                <a:lnTo>
                  <a:pt x="4037694" y="2770202"/>
                </a:lnTo>
                <a:lnTo>
                  <a:pt x="0" y="27702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/>
          </p:nvPr>
        </p:nvSpPr>
        <p:spPr>
          <a:xfrm>
            <a:off x="9225566" y="3551764"/>
            <a:ext cx="4037694" cy="2770202"/>
          </a:xfrm>
          <a:custGeom>
            <a:avLst/>
            <a:gdLst>
              <a:gd name="connsiteX0" fmla="*/ 0 w 4037694"/>
              <a:gd name="connsiteY0" fmla="*/ 0 h 2770202"/>
              <a:gd name="connsiteX1" fmla="*/ 4037694 w 4037694"/>
              <a:gd name="connsiteY1" fmla="*/ 0 h 2770202"/>
              <a:gd name="connsiteX2" fmla="*/ 4037694 w 4037694"/>
              <a:gd name="connsiteY2" fmla="*/ 2770202 h 2770202"/>
              <a:gd name="connsiteX3" fmla="*/ 0 w 4037694"/>
              <a:gd name="connsiteY3" fmla="*/ 2770202 h 277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7694" h="2770202">
                <a:moveTo>
                  <a:pt x="0" y="0"/>
                </a:moveTo>
                <a:lnTo>
                  <a:pt x="4037694" y="0"/>
                </a:lnTo>
                <a:lnTo>
                  <a:pt x="4037694" y="2770202"/>
                </a:lnTo>
                <a:lnTo>
                  <a:pt x="0" y="27702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3"/>
          </p:nvPr>
        </p:nvSpPr>
        <p:spPr>
          <a:xfrm>
            <a:off x="13424806" y="3551764"/>
            <a:ext cx="4037694" cy="2770202"/>
          </a:xfrm>
          <a:custGeom>
            <a:avLst/>
            <a:gdLst>
              <a:gd name="connsiteX0" fmla="*/ 0 w 4037694"/>
              <a:gd name="connsiteY0" fmla="*/ 0 h 2770202"/>
              <a:gd name="connsiteX1" fmla="*/ 4037694 w 4037694"/>
              <a:gd name="connsiteY1" fmla="*/ 0 h 2770202"/>
              <a:gd name="connsiteX2" fmla="*/ 4037694 w 4037694"/>
              <a:gd name="connsiteY2" fmla="*/ 2770202 h 2770202"/>
              <a:gd name="connsiteX3" fmla="*/ 0 w 4037694"/>
              <a:gd name="connsiteY3" fmla="*/ 2770202 h 277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7694" h="2770202">
                <a:moveTo>
                  <a:pt x="0" y="0"/>
                </a:moveTo>
                <a:lnTo>
                  <a:pt x="4037694" y="0"/>
                </a:lnTo>
                <a:lnTo>
                  <a:pt x="4037694" y="2770202"/>
                </a:lnTo>
                <a:lnTo>
                  <a:pt x="0" y="27702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4"/>
          </p:nvPr>
        </p:nvSpPr>
        <p:spPr>
          <a:xfrm>
            <a:off x="827088" y="6491786"/>
            <a:ext cx="4037694" cy="2770202"/>
          </a:xfrm>
          <a:custGeom>
            <a:avLst/>
            <a:gdLst>
              <a:gd name="connsiteX0" fmla="*/ 0 w 4037694"/>
              <a:gd name="connsiteY0" fmla="*/ 0 h 2770202"/>
              <a:gd name="connsiteX1" fmla="*/ 4037694 w 4037694"/>
              <a:gd name="connsiteY1" fmla="*/ 0 h 2770202"/>
              <a:gd name="connsiteX2" fmla="*/ 4037694 w 4037694"/>
              <a:gd name="connsiteY2" fmla="*/ 2770202 h 2770202"/>
              <a:gd name="connsiteX3" fmla="*/ 0 w 4037694"/>
              <a:gd name="connsiteY3" fmla="*/ 2770202 h 277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7694" h="2770202">
                <a:moveTo>
                  <a:pt x="0" y="0"/>
                </a:moveTo>
                <a:lnTo>
                  <a:pt x="4037694" y="0"/>
                </a:lnTo>
                <a:lnTo>
                  <a:pt x="4037694" y="2770202"/>
                </a:lnTo>
                <a:lnTo>
                  <a:pt x="0" y="27702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5"/>
          </p:nvPr>
        </p:nvSpPr>
        <p:spPr>
          <a:xfrm>
            <a:off x="5026327" y="6491786"/>
            <a:ext cx="4037694" cy="2770202"/>
          </a:xfrm>
          <a:custGeom>
            <a:avLst/>
            <a:gdLst>
              <a:gd name="connsiteX0" fmla="*/ 0 w 4037694"/>
              <a:gd name="connsiteY0" fmla="*/ 0 h 2770202"/>
              <a:gd name="connsiteX1" fmla="*/ 4037694 w 4037694"/>
              <a:gd name="connsiteY1" fmla="*/ 0 h 2770202"/>
              <a:gd name="connsiteX2" fmla="*/ 4037694 w 4037694"/>
              <a:gd name="connsiteY2" fmla="*/ 2770202 h 2770202"/>
              <a:gd name="connsiteX3" fmla="*/ 0 w 4037694"/>
              <a:gd name="connsiteY3" fmla="*/ 2770202 h 277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7694" h="2770202">
                <a:moveTo>
                  <a:pt x="0" y="0"/>
                </a:moveTo>
                <a:lnTo>
                  <a:pt x="4037694" y="0"/>
                </a:lnTo>
                <a:lnTo>
                  <a:pt x="4037694" y="2770202"/>
                </a:lnTo>
                <a:lnTo>
                  <a:pt x="0" y="27702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6"/>
          </p:nvPr>
        </p:nvSpPr>
        <p:spPr>
          <a:xfrm>
            <a:off x="9225566" y="6491786"/>
            <a:ext cx="4037694" cy="2770202"/>
          </a:xfrm>
          <a:custGeom>
            <a:avLst/>
            <a:gdLst>
              <a:gd name="connsiteX0" fmla="*/ 0 w 4037694"/>
              <a:gd name="connsiteY0" fmla="*/ 0 h 2770202"/>
              <a:gd name="connsiteX1" fmla="*/ 4037694 w 4037694"/>
              <a:gd name="connsiteY1" fmla="*/ 0 h 2770202"/>
              <a:gd name="connsiteX2" fmla="*/ 4037694 w 4037694"/>
              <a:gd name="connsiteY2" fmla="*/ 2770202 h 2770202"/>
              <a:gd name="connsiteX3" fmla="*/ 0 w 4037694"/>
              <a:gd name="connsiteY3" fmla="*/ 2770202 h 277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7694" h="2770202">
                <a:moveTo>
                  <a:pt x="0" y="0"/>
                </a:moveTo>
                <a:lnTo>
                  <a:pt x="4037694" y="0"/>
                </a:lnTo>
                <a:lnTo>
                  <a:pt x="4037694" y="2770202"/>
                </a:lnTo>
                <a:lnTo>
                  <a:pt x="0" y="27702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7"/>
          </p:nvPr>
        </p:nvSpPr>
        <p:spPr>
          <a:xfrm>
            <a:off x="13424806" y="6491786"/>
            <a:ext cx="4037694" cy="2770202"/>
          </a:xfrm>
          <a:custGeom>
            <a:avLst/>
            <a:gdLst>
              <a:gd name="connsiteX0" fmla="*/ 0 w 4037694"/>
              <a:gd name="connsiteY0" fmla="*/ 0 h 2770202"/>
              <a:gd name="connsiteX1" fmla="*/ 4037694 w 4037694"/>
              <a:gd name="connsiteY1" fmla="*/ 0 h 2770202"/>
              <a:gd name="connsiteX2" fmla="*/ 4037694 w 4037694"/>
              <a:gd name="connsiteY2" fmla="*/ 2770202 h 2770202"/>
              <a:gd name="connsiteX3" fmla="*/ 0 w 4037694"/>
              <a:gd name="connsiteY3" fmla="*/ 2770202 h 277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7694" h="2770202">
                <a:moveTo>
                  <a:pt x="0" y="0"/>
                </a:moveTo>
                <a:lnTo>
                  <a:pt x="4037694" y="0"/>
                </a:lnTo>
                <a:lnTo>
                  <a:pt x="4037694" y="2770202"/>
                </a:lnTo>
                <a:lnTo>
                  <a:pt x="0" y="27702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4212C-3C9C-DF13-85D3-409CB961B265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358124F1-7EE6-46BB-BDC9-E70B9B6ED610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520CD-14DB-01CE-90D9-2C4307810ED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77A7DC-456E-3735-24BF-E28CA2F6F34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66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827088" y="3551764"/>
            <a:ext cx="4037694" cy="2770202"/>
          </a:xfrm>
          <a:custGeom>
            <a:avLst/>
            <a:gdLst>
              <a:gd name="connsiteX0" fmla="*/ 0 w 4037694"/>
              <a:gd name="connsiteY0" fmla="*/ 0 h 2770202"/>
              <a:gd name="connsiteX1" fmla="*/ 4037694 w 4037694"/>
              <a:gd name="connsiteY1" fmla="*/ 0 h 2770202"/>
              <a:gd name="connsiteX2" fmla="*/ 4037694 w 4037694"/>
              <a:gd name="connsiteY2" fmla="*/ 2770202 h 2770202"/>
              <a:gd name="connsiteX3" fmla="*/ 0 w 4037694"/>
              <a:gd name="connsiteY3" fmla="*/ 2770202 h 277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7694" h="2770202">
                <a:moveTo>
                  <a:pt x="0" y="0"/>
                </a:moveTo>
                <a:lnTo>
                  <a:pt x="4037694" y="0"/>
                </a:lnTo>
                <a:lnTo>
                  <a:pt x="4037694" y="2770202"/>
                </a:lnTo>
                <a:lnTo>
                  <a:pt x="0" y="27702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5026327" y="6491786"/>
            <a:ext cx="4037694" cy="2770202"/>
          </a:xfrm>
          <a:custGeom>
            <a:avLst/>
            <a:gdLst>
              <a:gd name="connsiteX0" fmla="*/ 0 w 4037694"/>
              <a:gd name="connsiteY0" fmla="*/ 0 h 2770202"/>
              <a:gd name="connsiteX1" fmla="*/ 4037694 w 4037694"/>
              <a:gd name="connsiteY1" fmla="*/ 0 h 2770202"/>
              <a:gd name="connsiteX2" fmla="*/ 4037694 w 4037694"/>
              <a:gd name="connsiteY2" fmla="*/ 2770202 h 2770202"/>
              <a:gd name="connsiteX3" fmla="*/ 0 w 4037694"/>
              <a:gd name="connsiteY3" fmla="*/ 2770202 h 277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7694" h="2770202">
                <a:moveTo>
                  <a:pt x="0" y="0"/>
                </a:moveTo>
                <a:lnTo>
                  <a:pt x="4037694" y="0"/>
                </a:lnTo>
                <a:lnTo>
                  <a:pt x="4037694" y="2770202"/>
                </a:lnTo>
                <a:lnTo>
                  <a:pt x="0" y="27702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2"/>
          </p:nvPr>
        </p:nvSpPr>
        <p:spPr>
          <a:xfrm>
            <a:off x="9225566" y="3551764"/>
            <a:ext cx="4037694" cy="2770202"/>
          </a:xfrm>
          <a:custGeom>
            <a:avLst/>
            <a:gdLst>
              <a:gd name="connsiteX0" fmla="*/ 0 w 4037694"/>
              <a:gd name="connsiteY0" fmla="*/ 0 h 2770202"/>
              <a:gd name="connsiteX1" fmla="*/ 4037694 w 4037694"/>
              <a:gd name="connsiteY1" fmla="*/ 0 h 2770202"/>
              <a:gd name="connsiteX2" fmla="*/ 4037694 w 4037694"/>
              <a:gd name="connsiteY2" fmla="*/ 2770202 h 2770202"/>
              <a:gd name="connsiteX3" fmla="*/ 0 w 4037694"/>
              <a:gd name="connsiteY3" fmla="*/ 2770202 h 277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7694" h="2770202">
                <a:moveTo>
                  <a:pt x="0" y="0"/>
                </a:moveTo>
                <a:lnTo>
                  <a:pt x="4037694" y="0"/>
                </a:lnTo>
                <a:lnTo>
                  <a:pt x="4037694" y="2770202"/>
                </a:lnTo>
                <a:lnTo>
                  <a:pt x="0" y="27702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/>
          </p:nvPr>
        </p:nvSpPr>
        <p:spPr>
          <a:xfrm>
            <a:off x="13424806" y="6491786"/>
            <a:ext cx="4037694" cy="2770202"/>
          </a:xfrm>
          <a:custGeom>
            <a:avLst/>
            <a:gdLst>
              <a:gd name="connsiteX0" fmla="*/ 0 w 4037694"/>
              <a:gd name="connsiteY0" fmla="*/ 0 h 2770202"/>
              <a:gd name="connsiteX1" fmla="*/ 4037694 w 4037694"/>
              <a:gd name="connsiteY1" fmla="*/ 0 h 2770202"/>
              <a:gd name="connsiteX2" fmla="*/ 4037694 w 4037694"/>
              <a:gd name="connsiteY2" fmla="*/ 2770202 h 2770202"/>
              <a:gd name="connsiteX3" fmla="*/ 0 w 4037694"/>
              <a:gd name="connsiteY3" fmla="*/ 2770202 h 277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7694" h="2770202">
                <a:moveTo>
                  <a:pt x="0" y="0"/>
                </a:moveTo>
                <a:lnTo>
                  <a:pt x="4037694" y="0"/>
                </a:lnTo>
                <a:lnTo>
                  <a:pt x="4037694" y="2770202"/>
                </a:lnTo>
                <a:lnTo>
                  <a:pt x="0" y="277020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5F0F0-C6BC-CF3D-0A0C-FA4DC3775B2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1A549157-4CB2-46A2-8DBA-7D1020F775F4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5A26B-2CB6-A416-488D-37AF0CCF3D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BA328-841B-71AB-A52B-F840EAB4E3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3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/>
          <p:cNvSpPr>
            <a:spLocks noGrp="1"/>
          </p:cNvSpPr>
          <p:nvPr>
            <p:ph type="pic" sz="quarter" idx="10"/>
          </p:nvPr>
        </p:nvSpPr>
        <p:spPr>
          <a:xfrm>
            <a:off x="1" y="5140739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1"/>
          </p:nvPr>
        </p:nvSpPr>
        <p:spPr>
          <a:xfrm>
            <a:off x="2628349" y="5140739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2"/>
          </p:nvPr>
        </p:nvSpPr>
        <p:spPr>
          <a:xfrm>
            <a:off x="5256697" y="5140739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3"/>
          </p:nvPr>
        </p:nvSpPr>
        <p:spPr>
          <a:xfrm>
            <a:off x="7885045" y="5140739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4"/>
          </p:nvPr>
        </p:nvSpPr>
        <p:spPr>
          <a:xfrm>
            <a:off x="10513393" y="5140739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2" name="Picture Placeholder 31"/>
          <p:cNvSpPr>
            <a:spLocks noGrp="1"/>
          </p:cNvSpPr>
          <p:nvPr>
            <p:ph type="pic" sz="quarter" idx="15"/>
          </p:nvPr>
        </p:nvSpPr>
        <p:spPr>
          <a:xfrm>
            <a:off x="13141741" y="5140739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Picture Placeholder 32"/>
          <p:cNvSpPr>
            <a:spLocks noGrp="1"/>
          </p:cNvSpPr>
          <p:nvPr>
            <p:ph type="pic" sz="quarter" idx="16"/>
          </p:nvPr>
        </p:nvSpPr>
        <p:spPr>
          <a:xfrm>
            <a:off x="15770087" y="5140739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Picture Placeholder 33"/>
          <p:cNvSpPr>
            <a:spLocks noGrp="1"/>
          </p:cNvSpPr>
          <p:nvPr>
            <p:ph type="pic" sz="quarter" idx="17"/>
          </p:nvPr>
        </p:nvSpPr>
        <p:spPr>
          <a:xfrm>
            <a:off x="0" y="7769087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" name="Picture Placeholder 34"/>
          <p:cNvSpPr>
            <a:spLocks noGrp="1"/>
          </p:cNvSpPr>
          <p:nvPr>
            <p:ph type="pic" sz="quarter" idx="18"/>
          </p:nvPr>
        </p:nvSpPr>
        <p:spPr>
          <a:xfrm>
            <a:off x="2628348" y="7769087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19"/>
          </p:nvPr>
        </p:nvSpPr>
        <p:spPr>
          <a:xfrm>
            <a:off x="5256696" y="7769087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20"/>
          </p:nvPr>
        </p:nvSpPr>
        <p:spPr>
          <a:xfrm>
            <a:off x="7885044" y="7769087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21"/>
          </p:nvPr>
        </p:nvSpPr>
        <p:spPr>
          <a:xfrm>
            <a:off x="10513392" y="7769087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9" name="Picture Placeholder 38"/>
          <p:cNvSpPr>
            <a:spLocks noGrp="1"/>
          </p:cNvSpPr>
          <p:nvPr>
            <p:ph type="pic" sz="quarter" idx="22"/>
          </p:nvPr>
        </p:nvSpPr>
        <p:spPr>
          <a:xfrm>
            <a:off x="13141740" y="7769087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23"/>
          </p:nvPr>
        </p:nvSpPr>
        <p:spPr>
          <a:xfrm>
            <a:off x="15770086" y="7769087"/>
            <a:ext cx="2517913" cy="2517913"/>
          </a:xfrm>
          <a:custGeom>
            <a:avLst/>
            <a:gdLst>
              <a:gd name="connsiteX0" fmla="*/ 0 w 2517913"/>
              <a:gd name="connsiteY0" fmla="*/ 0 h 2517913"/>
              <a:gd name="connsiteX1" fmla="*/ 2517913 w 2517913"/>
              <a:gd name="connsiteY1" fmla="*/ 0 h 2517913"/>
              <a:gd name="connsiteX2" fmla="*/ 2517913 w 2517913"/>
              <a:gd name="connsiteY2" fmla="*/ 2517913 h 2517913"/>
              <a:gd name="connsiteX3" fmla="*/ 0 w 2517913"/>
              <a:gd name="connsiteY3" fmla="*/ 2517913 h 2517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7913" h="2517913">
                <a:moveTo>
                  <a:pt x="0" y="0"/>
                </a:moveTo>
                <a:lnTo>
                  <a:pt x="2517913" y="0"/>
                </a:lnTo>
                <a:lnTo>
                  <a:pt x="2517913" y="2517913"/>
                </a:lnTo>
                <a:lnTo>
                  <a:pt x="0" y="25179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F1BD7-E14B-98A5-D7C6-7C79779AF608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08070B8-1171-4E0B-B2F6-C07DD0181469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519E3-818D-1905-DBA9-200064BB986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61531-3E6F-4AF9-4EBD-ECC593A755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50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0"/>
          </p:nvPr>
        </p:nvSpPr>
        <p:spPr>
          <a:xfrm>
            <a:off x="1811587" y="1560979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1"/>
          </p:nvPr>
        </p:nvSpPr>
        <p:spPr>
          <a:xfrm>
            <a:off x="4274908" y="1560979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2"/>
          </p:nvPr>
        </p:nvSpPr>
        <p:spPr>
          <a:xfrm>
            <a:off x="6738229" y="1560979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3"/>
          </p:nvPr>
        </p:nvSpPr>
        <p:spPr>
          <a:xfrm>
            <a:off x="9201550" y="1560979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4"/>
          </p:nvPr>
        </p:nvSpPr>
        <p:spPr>
          <a:xfrm>
            <a:off x="11664871" y="1560979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5"/>
          </p:nvPr>
        </p:nvSpPr>
        <p:spPr>
          <a:xfrm>
            <a:off x="14128190" y="1560979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6"/>
          </p:nvPr>
        </p:nvSpPr>
        <p:spPr>
          <a:xfrm>
            <a:off x="1809190" y="6488579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2" name="Picture Placeholder 31"/>
          <p:cNvSpPr>
            <a:spLocks noGrp="1"/>
          </p:cNvSpPr>
          <p:nvPr>
            <p:ph type="pic" sz="quarter" idx="17"/>
          </p:nvPr>
        </p:nvSpPr>
        <p:spPr>
          <a:xfrm>
            <a:off x="4272511" y="6488579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Picture Placeholder 32"/>
          <p:cNvSpPr>
            <a:spLocks noGrp="1"/>
          </p:cNvSpPr>
          <p:nvPr>
            <p:ph type="pic" sz="quarter" idx="18"/>
          </p:nvPr>
        </p:nvSpPr>
        <p:spPr>
          <a:xfrm>
            <a:off x="6735832" y="6488579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Picture Placeholder 33"/>
          <p:cNvSpPr>
            <a:spLocks noGrp="1"/>
          </p:cNvSpPr>
          <p:nvPr>
            <p:ph type="pic" sz="quarter" idx="19"/>
          </p:nvPr>
        </p:nvSpPr>
        <p:spPr>
          <a:xfrm>
            <a:off x="9199153" y="6488579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" name="Picture Placeholder 34"/>
          <p:cNvSpPr>
            <a:spLocks noGrp="1"/>
          </p:cNvSpPr>
          <p:nvPr>
            <p:ph type="pic" sz="quarter" idx="20"/>
          </p:nvPr>
        </p:nvSpPr>
        <p:spPr>
          <a:xfrm>
            <a:off x="11662474" y="6488579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21"/>
          </p:nvPr>
        </p:nvSpPr>
        <p:spPr>
          <a:xfrm>
            <a:off x="14125793" y="6488579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22"/>
          </p:nvPr>
        </p:nvSpPr>
        <p:spPr>
          <a:xfrm>
            <a:off x="1809190" y="4023658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23"/>
          </p:nvPr>
        </p:nvSpPr>
        <p:spPr>
          <a:xfrm>
            <a:off x="14125793" y="4023658"/>
            <a:ext cx="2350621" cy="2350621"/>
          </a:xfrm>
          <a:custGeom>
            <a:avLst/>
            <a:gdLst>
              <a:gd name="connsiteX0" fmla="*/ 0 w 2350621"/>
              <a:gd name="connsiteY0" fmla="*/ 0 h 2350621"/>
              <a:gd name="connsiteX1" fmla="*/ 2350621 w 2350621"/>
              <a:gd name="connsiteY1" fmla="*/ 0 h 2350621"/>
              <a:gd name="connsiteX2" fmla="*/ 2350621 w 2350621"/>
              <a:gd name="connsiteY2" fmla="*/ 2350621 h 2350621"/>
              <a:gd name="connsiteX3" fmla="*/ 0 w 2350621"/>
              <a:gd name="connsiteY3" fmla="*/ 2350621 h 2350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621" h="2350621">
                <a:moveTo>
                  <a:pt x="0" y="0"/>
                </a:moveTo>
                <a:lnTo>
                  <a:pt x="2350621" y="0"/>
                </a:lnTo>
                <a:lnTo>
                  <a:pt x="2350621" y="2350621"/>
                </a:lnTo>
                <a:lnTo>
                  <a:pt x="0" y="23506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EC60D-7565-9B70-9AE6-6A776AAEEF0F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C18A8DC9-A054-4CC9-82FB-F35C98E3FE25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331CD-9155-9CB2-986A-338DA0C6EF4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E5639-E624-6855-3BFC-10BFAD4F117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89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/>
          <p:cNvSpPr>
            <a:spLocks noGrp="1"/>
          </p:cNvSpPr>
          <p:nvPr>
            <p:ph type="pic" sz="quarter" idx="16"/>
          </p:nvPr>
        </p:nvSpPr>
        <p:spPr>
          <a:xfrm>
            <a:off x="3508154" y="5550480"/>
            <a:ext cx="2162490" cy="2508490"/>
          </a:xfrm>
          <a:custGeom>
            <a:avLst/>
            <a:gdLst>
              <a:gd name="connsiteX0" fmla="*/ 1081245 w 2162490"/>
              <a:gd name="connsiteY0" fmla="*/ 0 h 2508490"/>
              <a:gd name="connsiteX1" fmla="*/ 2162490 w 2162490"/>
              <a:gd name="connsiteY1" fmla="*/ 617240 h 2508490"/>
              <a:gd name="connsiteX2" fmla="*/ 2162490 w 2162490"/>
              <a:gd name="connsiteY2" fmla="*/ 1891250 h 2508490"/>
              <a:gd name="connsiteX3" fmla="*/ 1081245 w 2162490"/>
              <a:gd name="connsiteY3" fmla="*/ 2508490 h 2508490"/>
              <a:gd name="connsiteX4" fmla="*/ 0 w 2162490"/>
              <a:gd name="connsiteY4" fmla="*/ 1891250 h 2508490"/>
              <a:gd name="connsiteX5" fmla="*/ 0 w 2162490"/>
              <a:gd name="connsiteY5" fmla="*/ 617240 h 250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2490" h="2508490">
                <a:moveTo>
                  <a:pt x="1081245" y="0"/>
                </a:moveTo>
                <a:lnTo>
                  <a:pt x="2162490" y="617240"/>
                </a:lnTo>
                <a:lnTo>
                  <a:pt x="2162490" y="1891250"/>
                </a:lnTo>
                <a:lnTo>
                  <a:pt x="1081245" y="2508490"/>
                </a:lnTo>
                <a:lnTo>
                  <a:pt x="0" y="1891250"/>
                </a:lnTo>
                <a:lnTo>
                  <a:pt x="0" y="6172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7"/>
          </p:nvPr>
        </p:nvSpPr>
        <p:spPr>
          <a:xfrm>
            <a:off x="5786485" y="5550480"/>
            <a:ext cx="2162490" cy="2508490"/>
          </a:xfrm>
          <a:custGeom>
            <a:avLst/>
            <a:gdLst>
              <a:gd name="connsiteX0" fmla="*/ 1081245 w 2162490"/>
              <a:gd name="connsiteY0" fmla="*/ 0 h 2508490"/>
              <a:gd name="connsiteX1" fmla="*/ 2162490 w 2162490"/>
              <a:gd name="connsiteY1" fmla="*/ 617240 h 2508490"/>
              <a:gd name="connsiteX2" fmla="*/ 2162490 w 2162490"/>
              <a:gd name="connsiteY2" fmla="*/ 1891250 h 2508490"/>
              <a:gd name="connsiteX3" fmla="*/ 1081245 w 2162490"/>
              <a:gd name="connsiteY3" fmla="*/ 2508490 h 2508490"/>
              <a:gd name="connsiteX4" fmla="*/ 0 w 2162490"/>
              <a:gd name="connsiteY4" fmla="*/ 1891250 h 2508490"/>
              <a:gd name="connsiteX5" fmla="*/ 0 w 2162490"/>
              <a:gd name="connsiteY5" fmla="*/ 617240 h 250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2490" h="2508490">
                <a:moveTo>
                  <a:pt x="1081245" y="0"/>
                </a:moveTo>
                <a:lnTo>
                  <a:pt x="2162490" y="617240"/>
                </a:lnTo>
                <a:lnTo>
                  <a:pt x="2162490" y="1891250"/>
                </a:lnTo>
                <a:lnTo>
                  <a:pt x="1081245" y="2508490"/>
                </a:lnTo>
                <a:lnTo>
                  <a:pt x="0" y="1891250"/>
                </a:lnTo>
                <a:lnTo>
                  <a:pt x="0" y="6172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1" name="Picture Placeholder 30"/>
          <p:cNvSpPr>
            <a:spLocks noGrp="1"/>
          </p:cNvSpPr>
          <p:nvPr>
            <p:ph type="pic" sz="quarter" idx="18"/>
          </p:nvPr>
        </p:nvSpPr>
        <p:spPr>
          <a:xfrm>
            <a:off x="8064816" y="5550480"/>
            <a:ext cx="2162490" cy="2508490"/>
          </a:xfrm>
          <a:custGeom>
            <a:avLst/>
            <a:gdLst>
              <a:gd name="connsiteX0" fmla="*/ 1081245 w 2162490"/>
              <a:gd name="connsiteY0" fmla="*/ 0 h 2508490"/>
              <a:gd name="connsiteX1" fmla="*/ 2162490 w 2162490"/>
              <a:gd name="connsiteY1" fmla="*/ 617240 h 2508490"/>
              <a:gd name="connsiteX2" fmla="*/ 2162490 w 2162490"/>
              <a:gd name="connsiteY2" fmla="*/ 1891250 h 2508490"/>
              <a:gd name="connsiteX3" fmla="*/ 1081245 w 2162490"/>
              <a:gd name="connsiteY3" fmla="*/ 2508490 h 2508490"/>
              <a:gd name="connsiteX4" fmla="*/ 0 w 2162490"/>
              <a:gd name="connsiteY4" fmla="*/ 1891250 h 2508490"/>
              <a:gd name="connsiteX5" fmla="*/ 0 w 2162490"/>
              <a:gd name="connsiteY5" fmla="*/ 617240 h 250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2490" h="2508490">
                <a:moveTo>
                  <a:pt x="1081245" y="0"/>
                </a:moveTo>
                <a:lnTo>
                  <a:pt x="2162490" y="617240"/>
                </a:lnTo>
                <a:lnTo>
                  <a:pt x="2162490" y="1891250"/>
                </a:lnTo>
                <a:lnTo>
                  <a:pt x="1081245" y="2508490"/>
                </a:lnTo>
                <a:lnTo>
                  <a:pt x="0" y="1891250"/>
                </a:lnTo>
                <a:lnTo>
                  <a:pt x="0" y="6172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2" name="Picture Placeholder 31"/>
          <p:cNvSpPr>
            <a:spLocks noGrp="1"/>
          </p:cNvSpPr>
          <p:nvPr>
            <p:ph type="pic" sz="quarter" idx="19"/>
          </p:nvPr>
        </p:nvSpPr>
        <p:spPr>
          <a:xfrm>
            <a:off x="10343147" y="5550480"/>
            <a:ext cx="2162490" cy="2508490"/>
          </a:xfrm>
          <a:custGeom>
            <a:avLst/>
            <a:gdLst>
              <a:gd name="connsiteX0" fmla="*/ 1081245 w 2162490"/>
              <a:gd name="connsiteY0" fmla="*/ 0 h 2508490"/>
              <a:gd name="connsiteX1" fmla="*/ 2162490 w 2162490"/>
              <a:gd name="connsiteY1" fmla="*/ 617240 h 2508490"/>
              <a:gd name="connsiteX2" fmla="*/ 2162490 w 2162490"/>
              <a:gd name="connsiteY2" fmla="*/ 1891250 h 2508490"/>
              <a:gd name="connsiteX3" fmla="*/ 1081245 w 2162490"/>
              <a:gd name="connsiteY3" fmla="*/ 2508490 h 2508490"/>
              <a:gd name="connsiteX4" fmla="*/ 0 w 2162490"/>
              <a:gd name="connsiteY4" fmla="*/ 1891250 h 2508490"/>
              <a:gd name="connsiteX5" fmla="*/ 0 w 2162490"/>
              <a:gd name="connsiteY5" fmla="*/ 617240 h 250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2490" h="2508490">
                <a:moveTo>
                  <a:pt x="1081245" y="0"/>
                </a:moveTo>
                <a:lnTo>
                  <a:pt x="2162490" y="617240"/>
                </a:lnTo>
                <a:lnTo>
                  <a:pt x="2162490" y="1891250"/>
                </a:lnTo>
                <a:lnTo>
                  <a:pt x="1081245" y="2508490"/>
                </a:lnTo>
                <a:lnTo>
                  <a:pt x="0" y="1891250"/>
                </a:lnTo>
                <a:lnTo>
                  <a:pt x="0" y="6172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Picture Placeholder 32"/>
          <p:cNvSpPr>
            <a:spLocks noGrp="1"/>
          </p:cNvSpPr>
          <p:nvPr>
            <p:ph type="pic" sz="quarter" idx="20"/>
          </p:nvPr>
        </p:nvSpPr>
        <p:spPr>
          <a:xfrm>
            <a:off x="12621478" y="5550480"/>
            <a:ext cx="2162490" cy="2508490"/>
          </a:xfrm>
          <a:custGeom>
            <a:avLst/>
            <a:gdLst>
              <a:gd name="connsiteX0" fmla="*/ 1081245 w 2162490"/>
              <a:gd name="connsiteY0" fmla="*/ 0 h 2508490"/>
              <a:gd name="connsiteX1" fmla="*/ 2162490 w 2162490"/>
              <a:gd name="connsiteY1" fmla="*/ 617240 h 2508490"/>
              <a:gd name="connsiteX2" fmla="*/ 2162490 w 2162490"/>
              <a:gd name="connsiteY2" fmla="*/ 1891250 h 2508490"/>
              <a:gd name="connsiteX3" fmla="*/ 1081245 w 2162490"/>
              <a:gd name="connsiteY3" fmla="*/ 2508490 h 2508490"/>
              <a:gd name="connsiteX4" fmla="*/ 0 w 2162490"/>
              <a:gd name="connsiteY4" fmla="*/ 1891250 h 2508490"/>
              <a:gd name="connsiteX5" fmla="*/ 0 w 2162490"/>
              <a:gd name="connsiteY5" fmla="*/ 617240 h 250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2490" h="2508490">
                <a:moveTo>
                  <a:pt x="1081245" y="0"/>
                </a:moveTo>
                <a:lnTo>
                  <a:pt x="2162490" y="617240"/>
                </a:lnTo>
                <a:lnTo>
                  <a:pt x="2162490" y="1891250"/>
                </a:lnTo>
                <a:lnTo>
                  <a:pt x="1081245" y="2508490"/>
                </a:lnTo>
                <a:lnTo>
                  <a:pt x="0" y="1891250"/>
                </a:lnTo>
                <a:lnTo>
                  <a:pt x="0" y="6172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>
          <a:xfrm>
            <a:off x="2366926" y="3575599"/>
            <a:ext cx="2162490" cy="2508490"/>
          </a:xfrm>
          <a:custGeom>
            <a:avLst/>
            <a:gdLst>
              <a:gd name="connsiteX0" fmla="*/ 1081245 w 2162490"/>
              <a:gd name="connsiteY0" fmla="*/ 0 h 2508490"/>
              <a:gd name="connsiteX1" fmla="*/ 2162490 w 2162490"/>
              <a:gd name="connsiteY1" fmla="*/ 617240 h 2508490"/>
              <a:gd name="connsiteX2" fmla="*/ 2162490 w 2162490"/>
              <a:gd name="connsiteY2" fmla="*/ 1891250 h 2508490"/>
              <a:gd name="connsiteX3" fmla="*/ 1081245 w 2162490"/>
              <a:gd name="connsiteY3" fmla="*/ 2508490 h 2508490"/>
              <a:gd name="connsiteX4" fmla="*/ 0 w 2162490"/>
              <a:gd name="connsiteY4" fmla="*/ 1891250 h 2508490"/>
              <a:gd name="connsiteX5" fmla="*/ 0 w 2162490"/>
              <a:gd name="connsiteY5" fmla="*/ 617240 h 250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2490" h="2508490">
                <a:moveTo>
                  <a:pt x="1081245" y="0"/>
                </a:moveTo>
                <a:lnTo>
                  <a:pt x="2162490" y="617240"/>
                </a:lnTo>
                <a:lnTo>
                  <a:pt x="2162490" y="1891250"/>
                </a:lnTo>
                <a:lnTo>
                  <a:pt x="1081245" y="2508490"/>
                </a:lnTo>
                <a:lnTo>
                  <a:pt x="0" y="1891250"/>
                </a:lnTo>
                <a:lnTo>
                  <a:pt x="0" y="6172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1"/>
          </p:nvPr>
        </p:nvSpPr>
        <p:spPr>
          <a:xfrm>
            <a:off x="4645257" y="3575599"/>
            <a:ext cx="2162490" cy="2508490"/>
          </a:xfrm>
          <a:custGeom>
            <a:avLst/>
            <a:gdLst>
              <a:gd name="connsiteX0" fmla="*/ 1081245 w 2162490"/>
              <a:gd name="connsiteY0" fmla="*/ 0 h 2508490"/>
              <a:gd name="connsiteX1" fmla="*/ 2162490 w 2162490"/>
              <a:gd name="connsiteY1" fmla="*/ 617240 h 2508490"/>
              <a:gd name="connsiteX2" fmla="*/ 2162490 w 2162490"/>
              <a:gd name="connsiteY2" fmla="*/ 1891250 h 2508490"/>
              <a:gd name="connsiteX3" fmla="*/ 1081245 w 2162490"/>
              <a:gd name="connsiteY3" fmla="*/ 2508490 h 2508490"/>
              <a:gd name="connsiteX4" fmla="*/ 0 w 2162490"/>
              <a:gd name="connsiteY4" fmla="*/ 1891250 h 2508490"/>
              <a:gd name="connsiteX5" fmla="*/ 0 w 2162490"/>
              <a:gd name="connsiteY5" fmla="*/ 617240 h 250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2490" h="2508490">
                <a:moveTo>
                  <a:pt x="1081245" y="0"/>
                </a:moveTo>
                <a:lnTo>
                  <a:pt x="2162490" y="617240"/>
                </a:lnTo>
                <a:lnTo>
                  <a:pt x="2162490" y="1891250"/>
                </a:lnTo>
                <a:lnTo>
                  <a:pt x="1081245" y="2508490"/>
                </a:lnTo>
                <a:lnTo>
                  <a:pt x="0" y="1891250"/>
                </a:lnTo>
                <a:lnTo>
                  <a:pt x="0" y="6172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2"/>
          </p:nvPr>
        </p:nvSpPr>
        <p:spPr>
          <a:xfrm>
            <a:off x="6923588" y="3575599"/>
            <a:ext cx="2162490" cy="2508490"/>
          </a:xfrm>
          <a:custGeom>
            <a:avLst/>
            <a:gdLst>
              <a:gd name="connsiteX0" fmla="*/ 1081245 w 2162490"/>
              <a:gd name="connsiteY0" fmla="*/ 0 h 2508490"/>
              <a:gd name="connsiteX1" fmla="*/ 2162490 w 2162490"/>
              <a:gd name="connsiteY1" fmla="*/ 617240 h 2508490"/>
              <a:gd name="connsiteX2" fmla="*/ 2162490 w 2162490"/>
              <a:gd name="connsiteY2" fmla="*/ 1891250 h 2508490"/>
              <a:gd name="connsiteX3" fmla="*/ 1081245 w 2162490"/>
              <a:gd name="connsiteY3" fmla="*/ 2508490 h 2508490"/>
              <a:gd name="connsiteX4" fmla="*/ 0 w 2162490"/>
              <a:gd name="connsiteY4" fmla="*/ 1891250 h 2508490"/>
              <a:gd name="connsiteX5" fmla="*/ 0 w 2162490"/>
              <a:gd name="connsiteY5" fmla="*/ 617240 h 250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2490" h="2508490">
                <a:moveTo>
                  <a:pt x="1081245" y="0"/>
                </a:moveTo>
                <a:lnTo>
                  <a:pt x="2162490" y="617240"/>
                </a:lnTo>
                <a:lnTo>
                  <a:pt x="2162490" y="1891250"/>
                </a:lnTo>
                <a:lnTo>
                  <a:pt x="1081245" y="2508490"/>
                </a:lnTo>
                <a:lnTo>
                  <a:pt x="0" y="1891250"/>
                </a:lnTo>
                <a:lnTo>
                  <a:pt x="0" y="6172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3"/>
          </p:nvPr>
        </p:nvSpPr>
        <p:spPr>
          <a:xfrm>
            <a:off x="9201919" y="3575599"/>
            <a:ext cx="2162490" cy="2508490"/>
          </a:xfrm>
          <a:custGeom>
            <a:avLst/>
            <a:gdLst>
              <a:gd name="connsiteX0" fmla="*/ 1081245 w 2162490"/>
              <a:gd name="connsiteY0" fmla="*/ 0 h 2508490"/>
              <a:gd name="connsiteX1" fmla="*/ 2162490 w 2162490"/>
              <a:gd name="connsiteY1" fmla="*/ 617240 h 2508490"/>
              <a:gd name="connsiteX2" fmla="*/ 2162490 w 2162490"/>
              <a:gd name="connsiteY2" fmla="*/ 1891250 h 2508490"/>
              <a:gd name="connsiteX3" fmla="*/ 1081245 w 2162490"/>
              <a:gd name="connsiteY3" fmla="*/ 2508490 h 2508490"/>
              <a:gd name="connsiteX4" fmla="*/ 0 w 2162490"/>
              <a:gd name="connsiteY4" fmla="*/ 1891250 h 2508490"/>
              <a:gd name="connsiteX5" fmla="*/ 0 w 2162490"/>
              <a:gd name="connsiteY5" fmla="*/ 617240 h 250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2490" h="2508490">
                <a:moveTo>
                  <a:pt x="1081245" y="0"/>
                </a:moveTo>
                <a:lnTo>
                  <a:pt x="2162490" y="617240"/>
                </a:lnTo>
                <a:lnTo>
                  <a:pt x="2162490" y="1891250"/>
                </a:lnTo>
                <a:lnTo>
                  <a:pt x="1081245" y="2508490"/>
                </a:lnTo>
                <a:lnTo>
                  <a:pt x="0" y="1891250"/>
                </a:lnTo>
                <a:lnTo>
                  <a:pt x="0" y="6172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4"/>
          </p:nvPr>
        </p:nvSpPr>
        <p:spPr>
          <a:xfrm>
            <a:off x="11480250" y="3575599"/>
            <a:ext cx="2162490" cy="2508490"/>
          </a:xfrm>
          <a:custGeom>
            <a:avLst/>
            <a:gdLst>
              <a:gd name="connsiteX0" fmla="*/ 1081245 w 2162490"/>
              <a:gd name="connsiteY0" fmla="*/ 0 h 2508490"/>
              <a:gd name="connsiteX1" fmla="*/ 2162490 w 2162490"/>
              <a:gd name="connsiteY1" fmla="*/ 617240 h 2508490"/>
              <a:gd name="connsiteX2" fmla="*/ 2162490 w 2162490"/>
              <a:gd name="connsiteY2" fmla="*/ 1891250 h 2508490"/>
              <a:gd name="connsiteX3" fmla="*/ 1081245 w 2162490"/>
              <a:gd name="connsiteY3" fmla="*/ 2508490 h 2508490"/>
              <a:gd name="connsiteX4" fmla="*/ 0 w 2162490"/>
              <a:gd name="connsiteY4" fmla="*/ 1891250 h 2508490"/>
              <a:gd name="connsiteX5" fmla="*/ 0 w 2162490"/>
              <a:gd name="connsiteY5" fmla="*/ 617240 h 250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2490" h="2508490">
                <a:moveTo>
                  <a:pt x="1081245" y="0"/>
                </a:moveTo>
                <a:lnTo>
                  <a:pt x="2162490" y="617240"/>
                </a:lnTo>
                <a:lnTo>
                  <a:pt x="2162490" y="1891250"/>
                </a:lnTo>
                <a:lnTo>
                  <a:pt x="1081245" y="2508490"/>
                </a:lnTo>
                <a:lnTo>
                  <a:pt x="0" y="1891250"/>
                </a:lnTo>
                <a:lnTo>
                  <a:pt x="0" y="6172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5"/>
          </p:nvPr>
        </p:nvSpPr>
        <p:spPr>
          <a:xfrm>
            <a:off x="13758583" y="3575599"/>
            <a:ext cx="2162490" cy="2508490"/>
          </a:xfrm>
          <a:custGeom>
            <a:avLst/>
            <a:gdLst>
              <a:gd name="connsiteX0" fmla="*/ 1081245 w 2162490"/>
              <a:gd name="connsiteY0" fmla="*/ 0 h 2508490"/>
              <a:gd name="connsiteX1" fmla="*/ 2162490 w 2162490"/>
              <a:gd name="connsiteY1" fmla="*/ 617240 h 2508490"/>
              <a:gd name="connsiteX2" fmla="*/ 2162490 w 2162490"/>
              <a:gd name="connsiteY2" fmla="*/ 1891250 h 2508490"/>
              <a:gd name="connsiteX3" fmla="*/ 1081245 w 2162490"/>
              <a:gd name="connsiteY3" fmla="*/ 2508490 h 2508490"/>
              <a:gd name="connsiteX4" fmla="*/ 0 w 2162490"/>
              <a:gd name="connsiteY4" fmla="*/ 1891250 h 2508490"/>
              <a:gd name="connsiteX5" fmla="*/ 0 w 2162490"/>
              <a:gd name="connsiteY5" fmla="*/ 617240 h 2508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2490" h="2508490">
                <a:moveTo>
                  <a:pt x="1081245" y="0"/>
                </a:moveTo>
                <a:lnTo>
                  <a:pt x="2162490" y="617240"/>
                </a:lnTo>
                <a:lnTo>
                  <a:pt x="2162490" y="1891250"/>
                </a:lnTo>
                <a:lnTo>
                  <a:pt x="1081245" y="2508490"/>
                </a:lnTo>
                <a:lnTo>
                  <a:pt x="0" y="1891250"/>
                </a:lnTo>
                <a:lnTo>
                  <a:pt x="0" y="6172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4A316-6A60-81C2-0A56-3A9B810C5F6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49AAC6D5-F5BB-4623-9FB4-449832FCE8D6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B748D-C22D-2D92-BF3C-64E4F504932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6AC66-72C6-82A4-3ED1-F7ABC8E6823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75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/>
          <p:cNvSpPr>
            <a:spLocks noGrp="1"/>
          </p:cNvSpPr>
          <p:nvPr>
            <p:ph type="pic" sz="quarter" idx="11"/>
          </p:nvPr>
        </p:nvSpPr>
        <p:spPr>
          <a:xfrm>
            <a:off x="5115680" y="1458162"/>
            <a:ext cx="2478850" cy="2875468"/>
          </a:xfrm>
          <a:custGeom>
            <a:avLst/>
            <a:gdLst>
              <a:gd name="connsiteX0" fmla="*/ 1239425 w 2478850"/>
              <a:gd name="connsiteY0" fmla="*/ 0 h 2875468"/>
              <a:gd name="connsiteX1" fmla="*/ 2478850 w 2478850"/>
              <a:gd name="connsiteY1" fmla="*/ 707539 h 2875468"/>
              <a:gd name="connsiteX2" fmla="*/ 2478850 w 2478850"/>
              <a:gd name="connsiteY2" fmla="*/ 2167929 h 2875468"/>
              <a:gd name="connsiteX3" fmla="*/ 1239425 w 2478850"/>
              <a:gd name="connsiteY3" fmla="*/ 2875468 h 2875468"/>
              <a:gd name="connsiteX4" fmla="*/ 0 w 2478850"/>
              <a:gd name="connsiteY4" fmla="*/ 2167929 h 2875468"/>
              <a:gd name="connsiteX5" fmla="*/ 0 w 2478850"/>
              <a:gd name="connsiteY5" fmla="*/ 707539 h 2875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8850" h="2875468">
                <a:moveTo>
                  <a:pt x="1239425" y="0"/>
                </a:moveTo>
                <a:lnTo>
                  <a:pt x="2478850" y="707539"/>
                </a:lnTo>
                <a:lnTo>
                  <a:pt x="2478850" y="2167929"/>
                </a:lnTo>
                <a:lnTo>
                  <a:pt x="1239425" y="2875468"/>
                </a:lnTo>
                <a:lnTo>
                  <a:pt x="0" y="2167929"/>
                </a:lnTo>
                <a:lnTo>
                  <a:pt x="0" y="70753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Picture Placeholder 33"/>
          <p:cNvSpPr>
            <a:spLocks noGrp="1"/>
          </p:cNvSpPr>
          <p:nvPr>
            <p:ph type="pic" sz="quarter" idx="12"/>
          </p:nvPr>
        </p:nvSpPr>
        <p:spPr>
          <a:xfrm>
            <a:off x="6417430" y="3712859"/>
            <a:ext cx="2478850" cy="2875468"/>
          </a:xfrm>
          <a:custGeom>
            <a:avLst/>
            <a:gdLst>
              <a:gd name="connsiteX0" fmla="*/ 1239425 w 2478850"/>
              <a:gd name="connsiteY0" fmla="*/ 0 h 2875468"/>
              <a:gd name="connsiteX1" fmla="*/ 2478850 w 2478850"/>
              <a:gd name="connsiteY1" fmla="*/ 707539 h 2875468"/>
              <a:gd name="connsiteX2" fmla="*/ 2478850 w 2478850"/>
              <a:gd name="connsiteY2" fmla="*/ 2167929 h 2875468"/>
              <a:gd name="connsiteX3" fmla="*/ 1239425 w 2478850"/>
              <a:gd name="connsiteY3" fmla="*/ 2875468 h 2875468"/>
              <a:gd name="connsiteX4" fmla="*/ 0 w 2478850"/>
              <a:gd name="connsiteY4" fmla="*/ 2167929 h 2875468"/>
              <a:gd name="connsiteX5" fmla="*/ 0 w 2478850"/>
              <a:gd name="connsiteY5" fmla="*/ 707539 h 2875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8850" h="2875468">
                <a:moveTo>
                  <a:pt x="1239425" y="0"/>
                </a:moveTo>
                <a:lnTo>
                  <a:pt x="2478850" y="707539"/>
                </a:lnTo>
                <a:lnTo>
                  <a:pt x="2478850" y="2167929"/>
                </a:lnTo>
                <a:lnTo>
                  <a:pt x="1239425" y="2875468"/>
                </a:lnTo>
                <a:lnTo>
                  <a:pt x="0" y="2167929"/>
                </a:lnTo>
                <a:lnTo>
                  <a:pt x="0" y="70753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5" name="Picture Placeholder 34"/>
          <p:cNvSpPr>
            <a:spLocks noGrp="1"/>
          </p:cNvSpPr>
          <p:nvPr>
            <p:ph type="pic" sz="quarter" idx="13"/>
          </p:nvPr>
        </p:nvSpPr>
        <p:spPr>
          <a:xfrm>
            <a:off x="5115680" y="5967556"/>
            <a:ext cx="2478850" cy="2875468"/>
          </a:xfrm>
          <a:custGeom>
            <a:avLst/>
            <a:gdLst>
              <a:gd name="connsiteX0" fmla="*/ 1239425 w 2478850"/>
              <a:gd name="connsiteY0" fmla="*/ 0 h 2875468"/>
              <a:gd name="connsiteX1" fmla="*/ 2478850 w 2478850"/>
              <a:gd name="connsiteY1" fmla="*/ 707539 h 2875468"/>
              <a:gd name="connsiteX2" fmla="*/ 2478850 w 2478850"/>
              <a:gd name="connsiteY2" fmla="*/ 2167929 h 2875468"/>
              <a:gd name="connsiteX3" fmla="*/ 1239425 w 2478850"/>
              <a:gd name="connsiteY3" fmla="*/ 2875468 h 2875468"/>
              <a:gd name="connsiteX4" fmla="*/ 0 w 2478850"/>
              <a:gd name="connsiteY4" fmla="*/ 2167929 h 2875468"/>
              <a:gd name="connsiteX5" fmla="*/ 0 w 2478850"/>
              <a:gd name="connsiteY5" fmla="*/ 707539 h 2875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8850" h="2875468">
                <a:moveTo>
                  <a:pt x="1239425" y="0"/>
                </a:moveTo>
                <a:lnTo>
                  <a:pt x="2478850" y="707539"/>
                </a:lnTo>
                <a:lnTo>
                  <a:pt x="2478850" y="2167929"/>
                </a:lnTo>
                <a:lnTo>
                  <a:pt x="1239425" y="2875468"/>
                </a:lnTo>
                <a:lnTo>
                  <a:pt x="0" y="2167929"/>
                </a:lnTo>
                <a:lnTo>
                  <a:pt x="0" y="70753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14"/>
          </p:nvPr>
        </p:nvSpPr>
        <p:spPr>
          <a:xfrm>
            <a:off x="2512180" y="5967556"/>
            <a:ext cx="2478850" cy="2875468"/>
          </a:xfrm>
          <a:custGeom>
            <a:avLst/>
            <a:gdLst>
              <a:gd name="connsiteX0" fmla="*/ 1239425 w 2478850"/>
              <a:gd name="connsiteY0" fmla="*/ 0 h 2875468"/>
              <a:gd name="connsiteX1" fmla="*/ 2478850 w 2478850"/>
              <a:gd name="connsiteY1" fmla="*/ 707539 h 2875468"/>
              <a:gd name="connsiteX2" fmla="*/ 2478850 w 2478850"/>
              <a:gd name="connsiteY2" fmla="*/ 2167929 h 2875468"/>
              <a:gd name="connsiteX3" fmla="*/ 1239425 w 2478850"/>
              <a:gd name="connsiteY3" fmla="*/ 2875468 h 2875468"/>
              <a:gd name="connsiteX4" fmla="*/ 0 w 2478850"/>
              <a:gd name="connsiteY4" fmla="*/ 2167929 h 2875468"/>
              <a:gd name="connsiteX5" fmla="*/ 0 w 2478850"/>
              <a:gd name="connsiteY5" fmla="*/ 707539 h 2875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8850" h="2875468">
                <a:moveTo>
                  <a:pt x="1239425" y="0"/>
                </a:moveTo>
                <a:lnTo>
                  <a:pt x="2478850" y="707539"/>
                </a:lnTo>
                <a:lnTo>
                  <a:pt x="2478850" y="2167929"/>
                </a:lnTo>
                <a:lnTo>
                  <a:pt x="1239425" y="2875468"/>
                </a:lnTo>
                <a:lnTo>
                  <a:pt x="0" y="2167929"/>
                </a:lnTo>
                <a:lnTo>
                  <a:pt x="0" y="70753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15"/>
          </p:nvPr>
        </p:nvSpPr>
        <p:spPr>
          <a:xfrm>
            <a:off x="1210430" y="3712859"/>
            <a:ext cx="2478850" cy="2875468"/>
          </a:xfrm>
          <a:custGeom>
            <a:avLst/>
            <a:gdLst>
              <a:gd name="connsiteX0" fmla="*/ 1239425 w 2478850"/>
              <a:gd name="connsiteY0" fmla="*/ 0 h 2875468"/>
              <a:gd name="connsiteX1" fmla="*/ 2478850 w 2478850"/>
              <a:gd name="connsiteY1" fmla="*/ 707539 h 2875468"/>
              <a:gd name="connsiteX2" fmla="*/ 2478850 w 2478850"/>
              <a:gd name="connsiteY2" fmla="*/ 2167929 h 2875468"/>
              <a:gd name="connsiteX3" fmla="*/ 1239425 w 2478850"/>
              <a:gd name="connsiteY3" fmla="*/ 2875468 h 2875468"/>
              <a:gd name="connsiteX4" fmla="*/ 0 w 2478850"/>
              <a:gd name="connsiteY4" fmla="*/ 2167929 h 2875468"/>
              <a:gd name="connsiteX5" fmla="*/ 0 w 2478850"/>
              <a:gd name="connsiteY5" fmla="*/ 707539 h 2875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8850" h="2875468">
                <a:moveTo>
                  <a:pt x="1239425" y="0"/>
                </a:moveTo>
                <a:lnTo>
                  <a:pt x="2478850" y="707539"/>
                </a:lnTo>
                <a:lnTo>
                  <a:pt x="2478850" y="2167929"/>
                </a:lnTo>
                <a:lnTo>
                  <a:pt x="1239425" y="2875468"/>
                </a:lnTo>
                <a:lnTo>
                  <a:pt x="0" y="2167929"/>
                </a:lnTo>
                <a:lnTo>
                  <a:pt x="0" y="70753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16"/>
          </p:nvPr>
        </p:nvSpPr>
        <p:spPr>
          <a:xfrm>
            <a:off x="3813930" y="3712859"/>
            <a:ext cx="2478850" cy="2875468"/>
          </a:xfrm>
          <a:custGeom>
            <a:avLst/>
            <a:gdLst>
              <a:gd name="connsiteX0" fmla="*/ 1239425 w 2478850"/>
              <a:gd name="connsiteY0" fmla="*/ 0 h 2875468"/>
              <a:gd name="connsiteX1" fmla="*/ 2478850 w 2478850"/>
              <a:gd name="connsiteY1" fmla="*/ 707539 h 2875468"/>
              <a:gd name="connsiteX2" fmla="*/ 2478850 w 2478850"/>
              <a:gd name="connsiteY2" fmla="*/ 2167929 h 2875468"/>
              <a:gd name="connsiteX3" fmla="*/ 1239425 w 2478850"/>
              <a:gd name="connsiteY3" fmla="*/ 2875468 h 2875468"/>
              <a:gd name="connsiteX4" fmla="*/ 0 w 2478850"/>
              <a:gd name="connsiteY4" fmla="*/ 2167929 h 2875468"/>
              <a:gd name="connsiteX5" fmla="*/ 0 w 2478850"/>
              <a:gd name="connsiteY5" fmla="*/ 707539 h 2875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8850" h="2875468">
                <a:moveTo>
                  <a:pt x="1239425" y="0"/>
                </a:moveTo>
                <a:lnTo>
                  <a:pt x="2478850" y="707539"/>
                </a:lnTo>
                <a:lnTo>
                  <a:pt x="2478850" y="2167929"/>
                </a:lnTo>
                <a:lnTo>
                  <a:pt x="1239425" y="2875468"/>
                </a:lnTo>
                <a:lnTo>
                  <a:pt x="0" y="2167929"/>
                </a:lnTo>
                <a:lnTo>
                  <a:pt x="0" y="70753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2" name="Picture Placeholder 31"/>
          <p:cNvSpPr>
            <a:spLocks noGrp="1"/>
          </p:cNvSpPr>
          <p:nvPr>
            <p:ph type="pic" sz="quarter" idx="10"/>
          </p:nvPr>
        </p:nvSpPr>
        <p:spPr>
          <a:xfrm>
            <a:off x="2512180" y="1458162"/>
            <a:ext cx="2478850" cy="2875468"/>
          </a:xfrm>
          <a:custGeom>
            <a:avLst/>
            <a:gdLst>
              <a:gd name="connsiteX0" fmla="*/ 1239425 w 2478850"/>
              <a:gd name="connsiteY0" fmla="*/ 0 h 2875468"/>
              <a:gd name="connsiteX1" fmla="*/ 2478850 w 2478850"/>
              <a:gd name="connsiteY1" fmla="*/ 707539 h 2875468"/>
              <a:gd name="connsiteX2" fmla="*/ 2478850 w 2478850"/>
              <a:gd name="connsiteY2" fmla="*/ 2167929 h 2875468"/>
              <a:gd name="connsiteX3" fmla="*/ 1239425 w 2478850"/>
              <a:gd name="connsiteY3" fmla="*/ 2875468 h 2875468"/>
              <a:gd name="connsiteX4" fmla="*/ 0 w 2478850"/>
              <a:gd name="connsiteY4" fmla="*/ 2167929 h 2875468"/>
              <a:gd name="connsiteX5" fmla="*/ 0 w 2478850"/>
              <a:gd name="connsiteY5" fmla="*/ 707539 h 2875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8850" h="2875468">
                <a:moveTo>
                  <a:pt x="1239425" y="0"/>
                </a:moveTo>
                <a:lnTo>
                  <a:pt x="2478850" y="707539"/>
                </a:lnTo>
                <a:lnTo>
                  <a:pt x="2478850" y="2167929"/>
                </a:lnTo>
                <a:lnTo>
                  <a:pt x="1239425" y="2875468"/>
                </a:lnTo>
                <a:lnTo>
                  <a:pt x="0" y="2167929"/>
                </a:lnTo>
                <a:lnTo>
                  <a:pt x="0" y="70753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47317-42EF-BF52-8F5C-0B51DE867044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2F339FCB-0597-4FD8-8320-DE1697EC9384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5E0FC-A3C9-84ED-C356-8767E62C93A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284F4-DA7A-3DD2-E6A3-89E41D15981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10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80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7377897" y="3026086"/>
            <a:ext cx="3532229" cy="4236970"/>
          </a:xfrm>
          <a:custGeom>
            <a:avLst/>
            <a:gdLst>
              <a:gd name="connsiteX0" fmla="*/ 602815 w 3532229"/>
              <a:gd name="connsiteY0" fmla="*/ 0 h 4236970"/>
              <a:gd name="connsiteX1" fmla="*/ 2944805 w 3532229"/>
              <a:gd name="connsiteY1" fmla="*/ 0 h 4236970"/>
              <a:gd name="connsiteX2" fmla="*/ 3280844 w 3532229"/>
              <a:gd name="connsiteY2" fmla="*/ 87045 h 4236970"/>
              <a:gd name="connsiteX3" fmla="*/ 3291105 w 3532229"/>
              <a:gd name="connsiteY3" fmla="*/ 92166 h 4236970"/>
              <a:gd name="connsiteX4" fmla="*/ 3293670 w 3532229"/>
              <a:gd name="connsiteY4" fmla="*/ 94724 h 4236970"/>
              <a:gd name="connsiteX5" fmla="*/ 3296235 w 3532229"/>
              <a:gd name="connsiteY5" fmla="*/ 97286 h 4236970"/>
              <a:gd name="connsiteX6" fmla="*/ 3309061 w 3532229"/>
              <a:gd name="connsiteY6" fmla="*/ 104966 h 4236970"/>
              <a:gd name="connsiteX7" fmla="*/ 3532229 w 3532229"/>
              <a:gd name="connsiteY7" fmla="*/ 458258 h 4236970"/>
              <a:gd name="connsiteX8" fmla="*/ 3532229 w 3532229"/>
              <a:gd name="connsiteY8" fmla="*/ 3596945 h 4236970"/>
              <a:gd name="connsiteX9" fmla="*/ 3532229 w 3532229"/>
              <a:gd name="connsiteY9" fmla="*/ 3709590 h 4236970"/>
              <a:gd name="connsiteX10" fmla="*/ 3524534 w 3532229"/>
              <a:gd name="connsiteY10" fmla="*/ 3773592 h 4236970"/>
              <a:gd name="connsiteX11" fmla="*/ 3524534 w 3532229"/>
              <a:gd name="connsiteY11" fmla="*/ 3776153 h 4236970"/>
              <a:gd name="connsiteX12" fmla="*/ 3524534 w 3532229"/>
              <a:gd name="connsiteY12" fmla="*/ 3781273 h 4236970"/>
              <a:gd name="connsiteX13" fmla="*/ 3232107 w 3532229"/>
              <a:gd name="connsiteY13" fmla="*/ 4183210 h 4236970"/>
              <a:gd name="connsiteX14" fmla="*/ 2952504 w 3532229"/>
              <a:gd name="connsiteY14" fmla="*/ 4236970 h 4236970"/>
              <a:gd name="connsiteX15" fmla="*/ 587424 w 3532229"/>
              <a:gd name="connsiteY15" fmla="*/ 4236970 h 4236970"/>
              <a:gd name="connsiteX16" fmla="*/ 323212 w 3532229"/>
              <a:gd name="connsiteY16" fmla="*/ 4198570 h 4236970"/>
              <a:gd name="connsiteX17" fmla="*/ 302691 w 3532229"/>
              <a:gd name="connsiteY17" fmla="*/ 4183210 h 4236970"/>
              <a:gd name="connsiteX18" fmla="*/ 10262 w 3532229"/>
              <a:gd name="connsiteY18" fmla="*/ 3781273 h 4236970"/>
              <a:gd name="connsiteX19" fmla="*/ 7698 w 3532229"/>
              <a:gd name="connsiteY19" fmla="*/ 3776153 h 4236970"/>
              <a:gd name="connsiteX20" fmla="*/ 7698 w 3532229"/>
              <a:gd name="connsiteY20" fmla="*/ 3773592 h 4236970"/>
              <a:gd name="connsiteX21" fmla="*/ 0 w 3532229"/>
              <a:gd name="connsiteY21" fmla="*/ 3709590 h 4236970"/>
              <a:gd name="connsiteX22" fmla="*/ 0 w 3532229"/>
              <a:gd name="connsiteY22" fmla="*/ 3596945 h 4236970"/>
              <a:gd name="connsiteX23" fmla="*/ 0 w 3532229"/>
              <a:gd name="connsiteY23" fmla="*/ 458258 h 4236970"/>
              <a:gd name="connsiteX24" fmla="*/ 223172 w 3532229"/>
              <a:gd name="connsiteY24" fmla="*/ 104966 h 4236970"/>
              <a:gd name="connsiteX25" fmla="*/ 238562 w 3532229"/>
              <a:gd name="connsiteY25" fmla="*/ 97286 h 4236970"/>
              <a:gd name="connsiteX26" fmla="*/ 241127 w 3532229"/>
              <a:gd name="connsiteY26" fmla="*/ 94724 h 4236970"/>
              <a:gd name="connsiteX27" fmla="*/ 241127 w 3532229"/>
              <a:gd name="connsiteY27" fmla="*/ 92166 h 4236970"/>
              <a:gd name="connsiteX28" fmla="*/ 251386 w 3532229"/>
              <a:gd name="connsiteY28" fmla="*/ 87045 h 4236970"/>
              <a:gd name="connsiteX29" fmla="*/ 602815 w 3532229"/>
              <a:gd name="connsiteY29" fmla="*/ 0 h 4236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532229" h="4236970">
                <a:moveTo>
                  <a:pt x="602815" y="0"/>
                </a:moveTo>
                <a:cubicBezTo>
                  <a:pt x="602815" y="0"/>
                  <a:pt x="602815" y="0"/>
                  <a:pt x="2944805" y="0"/>
                </a:cubicBezTo>
                <a:cubicBezTo>
                  <a:pt x="3093588" y="0"/>
                  <a:pt x="3162846" y="2561"/>
                  <a:pt x="3280844" y="87045"/>
                </a:cubicBezTo>
                <a:cubicBezTo>
                  <a:pt x="3283409" y="89605"/>
                  <a:pt x="3288539" y="92166"/>
                  <a:pt x="3291105" y="92166"/>
                </a:cubicBezTo>
                <a:cubicBezTo>
                  <a:pt x="3291105" y="92166"/>
                  <a:pt x="3291105" y="92166"/>
                  <a:pt x="3293670" y="94724"/>
                </a:cubicBezTo>
                <a:cubicBezTo>
                  <a:pt x="3293670" y="94724"/>
                  <a:pt x="3293670" y="94724"/>
                  <a:pt x="3296235" y="97286"/>
                </a:cubicBezTo>
                <a:cubicBezTo>
                  <a:pt x="3298801" y="99846"/>
                  <a:pt x="3303928" y="102406"/>
                  <a:pt x="3309061" y="104966"/>
                </a:cubicBezTo>
                <a:cubicBezTo>
                  <a:pt x="3419362" y="176649"/>
                  <a:pt x="3532229" y="320015"/>
                  <a:pt x="3532229" y="458258"/>
                </a:cubicBezTo>
                <a:cubicBezTo>
                  <a:pt x="3532229" y="1505342"/>
                  <a:pt x="3532229" y="2549864"/>
                  <a:pt x="3532229" y="3596945"/>
                </a:cubicBezTo>
                <a:cubicBezTo>
                  <a:pt x="3532229" y="3596945"/>
                  <a:pt x="3532229" y="3596945"/>
                  <a:pt x="3532229" y="3709590"/>
                </a:cubicBezTo>
                <a:cubicBezTo>
                  <a:pt x="3532229" y="3730070"/>
                  <a:pt x="3529664" y="3753111"/>
                  <a:pt x="3524534" y="3773592"/>
                </a:cubicBezTo>
                <a:cubicBezTo>
                  <a:pt x="3524534" y="3773592"/>
                  <a:pt x="3524534" y="3773592"/>
                  <a:pt x="3524534" y="3776153"/>
                </a:cubicBezTo>
                <a:cubicBezTo>
                  <a:pt x="3524534" y="3776153"/>
                  <a:pt x="3524534" y="3776153"/>
                  <a:pt x="3524534" y="3781273"/>
                </a:cubicBezTo>
                <a:cubicBezTo>
                  <a:pt x="3498882" y="3952800"/>
                  <a:pt x="3370626" y="4091045"/>
                  <a:pt x="3232107" y="4183210"/>
                </a:cubicBezTo>
                <a:cubicBezTo>
                  <a:pt x="3152586" y="4236970"/>
                  <a:pt x="3044848" y="4236970"/>
                  <a:pt x="2952504" y="4236970"/>
                </a:cubicBezTo>
                <a:cubicBezTo>
                  <a:pt x="2952504" y="4236970"/>
                  <a:pt x="2952504" y="4236970"/>
                  <a:pt x="587424" y="4236970"/>
                </a:cubicBezTo>
                <a:cubicBezTo>
                  <a:pt x="500207" y="4236970"/>
                  <a:pt x="407864" y="4226732"/>
                  <a:pt x="323212" y="4198570"/>
                </a:cubicBezTo>
                <a:cubicBezTo>
                  <a:pt x="315516" y="4193449"/>
                  <a:pt x="307820" y="4188329"/>
                  <a:pt x="302691" y="4183210"/>
                </a:cubicBezTo>
                <a:cubicBezTo>
                  <a:pt x="161608" y="4091045"/>
                  <a:pt x="33350" y="3947680"/>
                  <a:pt x="10262" y="3781273"/>
                </a:cubicBezTo>
                <a:cubicBezTo>
                  <a:pt x="10262" y="3781273"/>
                  <a:pt x="10262" y="3781273"/>
                  <a:pt x="7698" y="3776153"/>
                </a:cubicBezTo>
                <a:cubicBezTo>
                  <a:pt x="7698" y="3776153"/>
                  <a:pt x="7698" y="3776153"/>
                  <a:pt x="7698" y="3773592"/>
                </a:cubicBezTo>
                <a:cubicBezTo>
                  <a:pt x="2565" y="3753111"/>
                  <a:pt x="0" y="3730070"/>
                  <a:pt x="0" y="3709590"/>
                </a:cubicBezTo>
                <a:cubicBezTo>
                  <a:pt x="0" y="3709590"/>
                  <a:pt x="0" y="3709590"/>
                  <a:pt x="0" y="3596945"/>
                </a:cubicBezTo>
                <a:cubicBezTo>
                  <a:pt x="0" y="2549864"/>
                  <a:pt x="0" y="1505342"/>
                  <a:pt x="0" y="458258"/>
                </a:cubicBezTo>
                <a:cubicBezTo>
                  <a:pt x="0" y="320015"/>
                  <a:pt x="112870" y="176649"/>
                  <a:pt x="223172" y="104966"/>
                </a:cubicBezTo>
                <a:cubicBezTo>
                  <a:pt x="228302" y="102406"/>
                  <a:pt x="233432" y="99846"/>
                  <a:pt x="238562" y="97286"/>
                </a:cubicBezTo>
                <a:cubicBezTo>
                  <a:pt x="238562" y="97286"/>
                  <a:pt x="238562" y="97286"/>
                  <a:pt x="241127" y="94724"/>
                </a:cubicBezTo>
                <a:cubicBezTo>
                  <a:pt x="241127" y="94724"/>
                  <a:pt x="241127" y="94724"/>
                  <a:pt x="241127" y="92166"/>
                </a:cubicBezTo>
                <a:cubicBezTo>
                  <a:pt x="246256" y="92166"/>
                  <a:pt x="248821" y="89605"/>
                  <a:pt x="251386" y="87045"/>
                </a:cubicBezTo>
                <a:cubicBezTo>
                  <a:pt x="364256" y="5121"/>
                  <a:pt x="461731" y="0"/>
                  <a:pt x="602815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F60C4-8E2B-68EB-3BEC-69B11AB6969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90E394CD-29F1-4971-B0B1-09840F466ACE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9743D-EEA2-7E29-296E-0E3CACF417D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205A1-5189-1CE9-E026-2AD969B1FB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49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2335461" y="1494353"/>
            <a:ext cx="3399091" cy="7349527"/>
          </a:xfrm>
          <a:custGeom>
            <a:avLst/>
            <a:gdLst>
              <a:gd name="connsiteX0" fmla="*/ 2735403 w 3399091"/>
              <a:gd name="connsiteY0" fmla="*/ 0 h 7349527"/>
              <a:gd name="connsiteX1" fmla="*/ 3083517 w 3399091"/>
              <a:gd name="connsiteY1" fmla="*/ 8900 h 7349527"/>
              <a:gd name="connsiteX2" fmla="*/ 3330347 w 3399091"/>
              <a:gd name="connsiteY2" fmla="*/ 147132 h 7349527"/>
              <a:gd name="connsiteX3" fmla="*/ 3395990 w 3399091"/>
              <a:gd name="connsiteY3" fmla="*/ 405207 h 7349527"/>
              <a:gd name="connsiteX4" fmla="*/ 3398959 w 3399091"/>
              <a:gd name="connsiteY4" fmla="*/ 3784793 h 7349527"/>
              <a:gd name="connsiteX5" fmla="*/ 3398959 w 3399091"/>
              <a:gd name="connsiteY5" fmla="*/ 6850835 h 7349527"/>
              <a:gd name="connsiteX6" fmla="*/ 3354109 w 3399091"/>
              <a:gd name="connsiteY6" fmla="*/ 7165270 h 7349527"/>
              <a:gd name="connsiteX7" fmla="*/ 3121835 w 3399091"/>
              <a:gd name="connsiteY7" fmla="*/ 7336430 h 7349527"/>
              <a:gd name="connsiteX8" fmla="*/ 2882432 w 3399091"/>
              <a:gd name="connsiteY8" fmla="*/ 7349185 h 7349527"/>
              <a:gd name="connsiteX9" fmla="*/ 451269 w 3399091"/>
              <a:gd name="connsiteY9" fmla="*/ 7349185 h 7349527"/>
              <a:gd name="connsiteX10" fmla="*/ 172658 w 3399091"/>
              <a:gd name="connsiteY10" fmla="*/ 7296087 h 7349527"/>
              <a:gd name="connsiteX11" fmla="*/ 15233 w 3399091"/>
              <a:gd name="connsiteY11" fmla="*/ 7072424 h 7349527"/>
              <a:gd name="connsiteX12" fmla="*/ 3352 w 3399091"/>
              <a:gd name="connsiteY12" fmla="*/ 6840453 h 7349527"/>
              <a:gd name="connsiteX13" fmla="*/ 3649 w 3399091"/>
              <a:gd name="connsiteY13" fmla="*/ 3439805 h 7349527"/>
              <a:gd name="connsiteX14" fmla="*/ 382 w 3399091"/>
              <a:gd name="connsiteY14" fmla="*/ 477586 h 7349527"/>
              <a:gd name="connsiteX15" fmla="*/ 59787 w 3399091"/>
              <a:gd name="connsiteY15" fmla="*/ 159889 h 7349527"/>
              <a:gd name="connsiteX16" fmla="*/ 392160 w 3399091"/>
              <a:gd name="connsiteY16" fmla="*/ 890 h 7349527"/>
              <a:gd name="connsiteX17" fmla="*/ 692750 w 3399091"/>
              <a:gd name="connsiteY17" fmla="*/ 297 h 7349527"/>
              <a:gd name="connsiteX18" fmla="*/ 747998 w 3399091"/>
              <a:gd name="connsiteY18" fmla="*/ 33225 h 7349527"/>
              <a:gd name="connsiteX19" fmla="*/ 763145 w 3399091"/>
              <a:gd name="connsiteY19" fmla="*/ 135564 h 7349527"/>
              <a:gd name="connsiteX20" fmla="*/ 879877 w 3399091"/>
              <a:gd name="connsiteY20" fmla="*/ 257482 h 7349527"/>
              <a:gd name="connsiteX21" fmla="*/ 1028094 w 3399091"/>
              <a:gd name="connsiteY21" fmla="*/ 271423 h 7349527"/>
              <a:gd name="connsiteX22" fmla="*/ 2326992 w 3399091"/>
              <a:gd name="connsiteY22" fmla="*/ 271720 h 7349527"/>
              <a:gd name="connsiteX23" fmla="*/ 2484415 w 3399091"/>
              <a:gd name="connsiteY23" fmla="*/ 267271 h 7349527"/>
              <a:gd name="connsiteX24" fmla="*/ 2645998 w 3399091"/>
              <a:gd name="connsiteY24" fmla="*/ 91068 h 7349527"/>
              <a:gd name="connsiteX25" fmla="*/ 2667087 w 3399091"/>
              <a:gd name="connsiteY25" fmla="*/ 12162 h 7349527"/>
              <a:gd name="connsiteX26" fmla="*/ 2735403 w 3399091"/>
              <a:gd name="connsiteY26" fmla="*/ 0 h 734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399091" h="7349527">
                <a:moveTo>
                  <a:pt x="2735403" y="0"/>
                </a:moveTo>
                <a:cubicBezTo>
                  <a:pt x="2851243" y="1781"/>
                  <a:pt x="2967975" y="-3559"/>
                  <a:pt x="3083517" y="8900"/>
                </a:cubicBezTo>
                <a:cubicBezTo>
                  <a:pt x="3179457" y="19281"/>
                  <a:pt x="3275397" y="65558"/>
                  <a:pt x="3330347" y="147132"/>
                </a:cubicBezTo>
                <a:cubicBezTo>
                  <a:pt x="3382920" y="221884"/>
                  <a:pt x="3395692" y="315920"/>
                  <a:pt x="3395990" y="405207"/>
                </a:cubicBezTo>
                <a:cubicBezTo>
                  <a:pt x="3393910" y="1531834"/>
                  <a:pt x="3399257" y="2658166"/>
                  <a:pt x="3398959" y="3784793"/>
                </a:cubicBezTo>
                <a:cubicBezTo>
                  <a:pt x="3398959" y="4806710"/>
                  <a:pt x="3399257" y="5828920"/>
                  <a:pt x="3398959" y="6850835"/>
                </a:cubicBezTo>
                <a:cubicBezTo>
                  <a:pt x="3398663" y="6956436"/>
                  <a:pt x="3404604" y="7068566"/>
                  <a:pt x="3354109" y="7165270"/>
                </a:cubicBezTo>
                <a:cubicBezTo>
                  <a:pt x="3311634" y="7256931"/>
                  <a:pt x="3218664" y="7316258"/>
                  <a:pt x="3121835" y="7336430"/>
                </a:cubicBezTo>
                <a:cubicBezTo>
                  <a:pt x="3043122" y="7352151"/>
                  <a:pt x="2962331" y="7348592"/>
                  <a:pt x="2882432" y="7349185"/>
                </a:cubicBezTo>
                <a:cubicBezTo>
                  <a:pt x="2071844" y="7349481"/>
                  <a:pt x="1261556" y="7349778"/>
                  <a:pt x="451269" y="7349185"/>
                </a:cubicBezTo>
                <a:cubicBezTo>
                  <a:pt x="356516" y="7348592"/>
                  <a:pt x="256419" y="7345624"/>
                  <a:pt x="172658" y="7296087"/>
                </a:cubicBezTo>
                <a:cubicBezTo>
                  <a:pt x="88303" y="7251888"/>
                  <a:pt x="33054" y="7164379"/>
                  <a:pt x="15233" y="7072424"/>
                </a:cubicBezTo>
                <a:cubicBezTo>
                  <a:pt x="679" y="6995890"/>
                  <a:pt x="3947" y="6917874"/>
                  <a:pt x="3352" y="6840453"/>
                </a:cubicBezTo>
                <a:cubicBezTo>
                  <a:pt x="3649" y="5706707"/>
                  <a:pt x="3947" y="4573256"/>
                  <a:pt x="3649" y="3439805"/>
                </a:cubicBezTo>
                <a:cubicBezTo>
                  <a:pt x="3649" y="2452299"/>
                  <a:pt x="-1401" y="1464795"/>
                  <a:pt x="382" y="477586"/>
                </a:cubicBezTo>
                <a:cubicBezTo>
                  <a:pt x="1274" y="369612"/>
                  <a:pt x="85" y="254515"/>
                  <a:pt x="59787" y="159889"/>
                </a:cubicBezTo>
                <a:cubicBezTo>
                  <a:pt x="126914" y="46276"/>
                  <a:pt x="265626" y="-1186"/>
                  <a:pt x="392160" y="890"/>
                </a:cubicBezTo>
                <a:cubicBezTo>
                  <a:pt x="492259" y="-296"/>
                  <a:pt x="592355" y="0"/>
                  <a:pt x="692750" y="297"/>
                </a:cubicBezTo>
                <a:cubicBezTo>
                  <a:pt x="715027" y="-592"/>
                  <a:pt x="741760" y="9495"/>
                  <a:pt x="747998" y="33225"/>
                </a:cubicBezTo>
                <a:cubicBezTo>
                  <a:pt x="754532" y="67041"/>
                  <a:pt x="751561" y="102638"/>
                  <a:pt x="763145" y="135564"/>
                </a:cubicBezTo>
                <a:cubicBezTo>
                  <a:pt x="780076" y="191629"/>
                  <a:pt x="824928" y="237608"/>
                  <a:pt x="879877" y="257482"/>
                </a:cubicBezTo>
                <a:cubicBezTo>
                  <a:pt x="927105" y="275576"/>
                  <a:pt x="978491" y="269941"/>
                  <a:pt x="1028094" y="271423"/>
                </a:cubicBezTo>
                <a:cubicBezTo>
                  <a:pt x="1461159" y="272314"/>
                  <a:pt x="1893927" y="272017"/>
                  <a:pt x="2326992" y="271720"/>
                </a:cubicBezTo>
                <a:cubicBezTo>
                  <a:pt x="2379268" y="270533"/>
                  <a:pt x="2432138" y="273796"/>
                  <a:pt x="2484415" y="267271"/>
                </a:cubicBezTo>
                <a:cubicBezTo>
                  <a:pt x="2570256" y="254515"/>
                  <a:pt x="2640948" y="177687"/>
                  <a:pt x="2645998" y="91068"/>
                </a:cubicBezTo>
                <a:cubicBezTo>
                  <a:pt x="2649561" y="64668"/>
                  <a:pt x="2643621" y="31147"/>
                  <a:pt x="2667087" y="12162"/>
                </a:cubicBezTo>
                <a:cubicBezTo>
                  <a:pt x="2686097" y="-3559"/>
                  <a:pt x="2712532" y="890"/>
                  <a:pt x="2735403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3DD60-7318-EE46-3D6F-341210C913F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5FA6873A-3512-4E72-81A0-BA8548163857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736B8-5F43-CF0C-7E1A-EDD4F59BB7D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730612-F16C-DB34-65FB-B7CE3541338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67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10979127" y="1340366"/>
            <a:ext cx="3696627" cy="7940040"/>
          </a:xfrm>
          <a:custGeom>
            <a:avLst/>
            <a:gdLst>
              <a:gd name="connsiteX0" fmla="*/ 2974842 w 3696627"/>
              <a:gd name="connsiteY0" fmla="*/ 0 h 7940040"/>
              <a:gd name="connsiteX1" fmla="*/ 3353430 w 3696627"/>
              <a:gd name="connsiteY1" fmla="*/ 9616 h 7940040"/>
              <a:gd name="connsiteX2" fmla="*/ 3621864 w 3696627"/>
              <a:gd name="connsiteY2" fmla="*/ 158954 h 7940040"/>
              <a:gd name="connsiteX3" fmla="*/ 3693254 w 3696627"/>
              <a:gd name="connsiteY3" fmla="*/ 437765 h 7940040"/>
              <a:gd name="connsiteX4" fmla="*/ 3696484 w 3696627"/>
              <a:gd name="connsiteY4" fmla="*/ 4088892 h 7940040"/>
              <a:gd name="connsiteX5" fmla="*/ 3696484 w 3696627"/>
              <a:gd name="connsiteY5" fmla="*/ 7401280 h 7940040"/>
              <a:gd name="connsiteX6" fmla="*/ 3647708 w 3696627"/>
              <a:gd name="connsiteY6" fmla="*/ 7740981 h 7940040"/>
              <a:gd name="connsiteX7" fmla="*/ 3395100 w 3696627"/>
              <a:gd name="connsiteY7" fmla="*/ 7925891 h 7940040"/>
              <a:gd name="connsiteX8" fmla="*/ 3134741 w 3696627"/>
              <a:gd name="connsiteY8" fmla="*/ 7939670 h 7940040"/>
              <a:gd name="connsiteX9" fmla="*/ 490769 w 3696627"/>
              <a:gd name="connsiteY9" fmla="*/ 7939670 h 7940040"/>
              <a:gd name="connsiteX10" fmla="*/ 187770 w 3696627"/>
              <a:gd name="connsiteY10" fmla="*/ 7882309 h 7940040"/>
              <a:gd name="connsiteX11" fmla="*/ 16567 w 3696627"/>
              <a:gd name="connsiteY11" fmla="*/ 7640672 h 7940040"/>
              <a:gd name="connsiteX12" fmla="*/ 3645 w 3696627"/>
              <a:gd name="connsiteY12" fmla="*/ 7390062 h 7940040"/>
              <a:gd name="connsiteX13" fmla="*/ 3967 w 3696627"/>
              <a:gd name="connsiteY13" fmla="*/ 3716185 h 7940040"/>
              <a:gd name="connsiteX14" fmla="*/ 415 w 3696627"/>
              <a:gd name="connsiteY14" fmla="*/ 515960 h 7940040"/>
              <a:gd name="connsiteX15" fmla="*/ 65020 w 3696627"/>
              <a:gd name="connsiteY15" fmla="*/ 172735 h 7940040"/>
              <a:gd name="connsiteX16" fmla="*/ 426487 w 3696627"/>
              <a:gd name="connsiteY16" fmla="*/ 963 h 7940040"/>
              <a:gd name="connsiteX17" fmla="*/ 753390 w 3696627"/>
              <a:gd name="connsiteY17" fmla="*/ 321 h 7940040"/>
              <a:gd name="connsiteX18" fmla="*/ 813474 w 3696627"/>
              <a:gd name="connsiteY18" fmla="*/ 35894 h 7940040"/>
              <a:gd name="connsiteX19" fmla="*/ 829947 w 3696627"/>
              <a:gd name="connsiteY19" fmla="*/ 146456 h 7940040"/>
              <a:gd name="connsiteX20" fmla="*/ 956895 w 3696627"/>
              <a:gd name="connsiteY20" fmla="*/ 278170 h 7940040"/>
              <a:gd name="connsiteX21" fmla="*/ 1118087 w 3696627"/>
              <a:gd name="connsiteY21" fmla="*/ 293232 h 7940040"/>
              <a:gd name="connsiteX22" fmla="*/ 2530681 w 3696627"/>
              <a:gd name="connsiteY22" fmla="*/ 293554 h 7940040"/>
              <a:gd name="connsiteX23" fmla="*/ 2701885 w 3696627"/>
              <a:gd name="connsiteY23" fmla="*/ 288746 h 7940040"/>
              <a:gd name="connsiteX24" fmla="*/ 2877611 w 3696627"/>
              <a:gd name="connsiteY24" fmla="*/ 98386 h 7940040"/>
              <a:gd name="connsiteX25" fmla="*/ 2900547 w 3696627"/>
              <a:gd name="connsiteY25" fmla="*/ 13140 h 7940040"/>
              <a:gd name="connsiteX26" fmla="*/ 2974842 w 3696627"/>
              <a:gd name="connsiteY26" fmla="*/ 0 h 7940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96627" h="7940040">
                <a:moveTo>
                  <a:pt x="2974842" y="0"/>
                </a:moveTo>
                <a:cubicBezTo>
                  <a:pt x="3100824" y="1924"/>
                  <a:pt x="3227773" y="-3844"/>
                  <a:pt x="3353430" y="9616"/>
                </a:cubicBezTo>
                <a:cubicBezTo>
                  <a:pt x="3457768" y="20833"/>
                  <a:pt x="3562105" y="70826"/>
                  <a:pt x="3621864" y="158954"/>
                </a:cubicBezTo>
                <a:cubicBezTo>
                  <a:pt x="3679041" y="239714"/>
                  <a:pt x="3692930" y="341302"/>
                  <a:pt x="3693254" y="437765"/>
                </a:cubicBezTo>
                <a:cubicBezTo>
                  <a:pt x="3690994" y="1654915"/>
                  <a:pt x="3696806" y="2871743"/>
                  <a:pt x="3696484" y="4088892"/>
                </a:cubicBezTo>
                <a:cubicBezTo>
                  <a:pt x="3696484" y="5192915"/>
                  <a:pt x="3696806" y="6297257"/>
                  <a:pt x="3696484" y="7401280"/>
                </a:cubicBezTo>
                <a:cubicBezTo>
                  <a:pt x="3696162" y="7515368"/>
                  <a:pt x="3702622" y="7636506"/>
                  <a:pt x="3647708" y="7740981"/>
                </a:cubicBezTo>
                <a:cubicBezTo>
                  <a:pt x="3601515" y="7840005"/>
                  <a:pt x="3500408" y="7904100"/>
                  <a:pt x="3395100" y="7925891"/>
                </a:cubicBezTo>
                <a:cubicBezTo>
                  <a:pt x="3309498" y="7942876"/>
                  <a:pt x="3221636" y="7939031"/>
                  <a:pt x="3134741" y="7939670"/>
                </a:cubicBezTo>
                <a:cubicBezTo>
                  <a:pt x="2253201" y="7939992"/>
                  <a:pt x="1371986" y="7940312"/>
                  <a:pt x="490769" y="7939670"/>
                </a:cubicBezTo>
                <a:cubicBezTo>
                  <a:pt x="387724" y="7939031"/>
                  <a:pt x="278864" y="7935826"/>
                  <a:pt x="187770" y="7882309"/>
                </a:cubicBezTo>
                <a:cubicBezTo>
                  <a:pt x="96030" y="7834557"/>
                  <a:pt x="35948" y="7740018"/>
                  <a:pt x="16567" y="7640672"/>
                </a:cubicBezTo>
                <a:cubicBezTo>
                  <a:pt x="737" y="7557991"/>
                  <a:pt x="4291" y="7473707"/>
                  <a:pt x="3645" y="7390062"/>
                </a:cubicBezTo>
                <a:cubicBezTo>
                  <a:pt x="3967" y="6165224"/>
                  <a:pt x="4291" y="4940704"/>
                  <a:pt x="3967" y="3716185"/>
                </a:cubicBezTo>
                <a:cubicBezTo>
                  <a:pt x="3967" y="2649336"/>
                  <a:pt x="-1523" y="1582487"/>
                  <a:pt x="415" y="515960"/>
                </a:cubicBezTo>
                <a:cubicBezTo>
                  <a:pt x="1383" y="399309"/>
                  <a:pt x="92" y="274965"/>
                  <a:pt x="65020" y="172735"/>
                </a:cubicBezTo>
                <a:cubicBezTo>
                  <a:pt x="138024" y="49994"/>
                  <a:pt x="288877" y="-1280"/>
                  <a:pt x="426487" y="963"/>
                </a:cubicBezTo>
                <a:cubicBezTo>
                  <a:pt x="535347" y="-319"/>
                  <a:pt x="644206" y="0"/>
                  <a:pt x="753390" y="321"/>
                </a:cubicBezTo>
                <a:cubicBezTo>
                  <a:pt x="777616" y="-640"/>
                  <a:pt x="806689" y="10256"/>
                  <a:pt x="813474" y="35894"/>
                </a:cubicBezTo>
                <a:cubicBezTo>
                  <a:pt x="820579" y="72427"/>
                  <a:pt x="817349" y="110884"/>
                  <a:pt x="829947" y="146456"/>
                </a:cubicBezTo>
                <a:cubicBezTo>
                  <a:pt x="848360" y="207025"/>
                  <a:pt x="897136" y="256699"/>
                  <a:pt x="956895" y="278170"/>
                </a:cubicBezTo>
                <a:cubicBezTo>
                  <a:pt x="1008257" y="297719"/>
                  <a:pt x="1064141" y="291630"/>
                  <a:pt x="1118087" y="293232"/>
                </a:cubicBezTo>
                <a:cubicBezTo>
                  <a:pt x="1589059" y="294195"/>
                  <a:pt x="2059709" y="293874"/>
                  <a:pt x="2530681" y="293554"/>
                </a:cubicBezTo>
                <a:cubicBezTo>
                  <a:pt x="2587535" y="292270"/>
                  <a:pt x="2645032" y="295796"/>
                  <a:pt x="2701885" y="288746"/>
                </a:cubicBezTo>
                <a:cubicBezTo>
                  <a:pt x="2795242" y="274965"/>
                  <a:pt x="2872122" y="191963"/>
                  <a:pt x="2877611" y="98386"/>
                </a:cubicBezTo>
                <a:cubicBezTo>
                  <a:pt x="2881488" y="69863"/>
                  <a:pt x="2875028" y="33651"/>
                  <a:pt x="2900547" y="13140"/>
                </a:cubicBezTo>
                <a:cubicBezTo>
                  <a:pt x="2921221" y="-3844"/>
                  <a:pt x="2949970" y="963"/>
                  <a:pt x="2974842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CA1A4-CBFD-0740-7CAC-B2CA3E1CB64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2A4C9FF4-00D6-4799-A1DA-ED97B869D291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DF48E-0A06-5DF0-D34E-13C8A6A4B67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CA29E-6DCA-7142-5B94-76B98C2A56E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52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1"/>
          </p:nvPr>
        </p:nvSpPr>
        <p:spPr>
          <a:xfrm rot="1800000">
            <a:off x="11930286" y="3885113"/>
            <a:ext cx="3796719" cy="8209291"/>
          </a:xfrm>
          <a:custGeom>
            <a:avLst/>
            <a:gdLst>
              <a:gd name="connsiteX0" fmla="*/ 198820 w 3796719"/>
              <a:gd name="connsiteY0" fmla="*/ 55249 h 8209291"/>
              <a:gd name="connsiteX1" fmla="*/ 438034 w 3796719"/>
              <a:gd name="connsiteY1" fmla="*/ 996 h 8209291"/>
              <a:gd name="connsiteX2" fmla="*/ 773789 w 3796719"/>
              <a:gd name="connsiteY2" fmla="*/ 332 h 8209291"/>
              <a:gd name="connsiteX3" fmla="*/ 835500 w 3796719"/>
              <a:gd name="connsiteY3" fmla="*/ 37111 h 8209291"/>
              <a:gd name="connsiteX4" fmla="*/ 852420 w 3796719"/>
              <a:gd name="connsiteY4" fmla="*/ 151422 h 8209291"/>
              <a:gd name="connsiteX5" fmla="*/ 982806 w 3796719"/>
              <a:gd name="connsiteY5" fmla="*/ 287604 h 8209291"/>
              <a:gd name="connsiteX6" fmla="*/ 1148361 w 3796719"/>
              <a:gd name="connsiteY6" fmla="*/ 303175 h 8209291"/>
              <a:gd name="connsiteX7" fmla="*/ 2599205 w 3796719"/>
              <a:gd name="connsiteY7" fmla="*/ 303506 h 8209291"/>
              <a:gd name="connsiteX8" fmla="*/ 2775045 w 3796719"/>
              <a:gd name="connsiteY8" fmla="*/ 298536 h 8209291"/>
              <a:gd name="connsiteX9" fmla="*/ 2955528 w 3796719"/>
              <a:gd name="connsiteY9" fmla="*/ 101721 h 8209291"/>
              <a:gd name="connsiteX10" fmla="*/ 2979084 w 3796719"/>
              <a:gd name="connsiteY10" fmla="*/ 13587 h 8209291"/>
              <a:gd name="connsiteX11" fmla="*/ 3055392 w 3796719"/>
              <a:gd name="connsiteY11" fmla="*/ 0 h 8209291"/>
              <a:gd name="connsiteX12" fmla="*/ 3444230 w 3796719"/>
              <a:gd name="connsiteY12" fmla="*/ 9942 h 8209291"/>
              <a:gd name="connsiteX13" fmla="*/ 3719936 w 3796719"/>
              <a:gd name="connsiteY13" fmla="*/ 164343 h 8209291"/>
              <a:gd name="connsiteX14" fmla="*/ 3793257 w 3796719"/>
              <a:gd name="connsiteY14" fmla="*/ 452608 h 8209291"/>
              <a:gd name="connsiteX15" fmla="*/ 3796573 w 3796719"/>
              <a:gd name="connsiteY15" fmla="*/ 4227548 h 8209291"/>
              <a:gd name="connsiteX16" fmla="*/ 3796572 w 3796719"/>
              <a:gd name="connsiteY16" fmla="*/ 7652260 h 8209291"/>
              <a:gd name="connsiteX17" fmla="*/ 3746477 w 3796719"/>
              <a:gd name="connsiteY17" fmla="*/ 8003479 h 8209291"/>
              <a:gd name="connsiteX18" fmla="*/ 3487027 w 3796719"/>
              <a:gd name="connsiteY18" fmla="*/ 8194659 h 8209291"/>
              <a:gd name="connsiteX19" fmla="*/ 3219619 w 3796719"/>
              <a:gd name="connsiteY19" fmla="*/ 8208908 h 8209291"/>
              <a:gd name="connsiteX20" fmla="*/ 504056 w 3796719"/>
              <a:gd name="connsiteY20" fmla="*/ 8208907 h 8209291"/>
              <a:gd name="connsiteX21" fmla="*/ 192855 w 3796719"/>
              <a:gd name="connsiteY21" fmla="*/ 8149598 h 8209291"/>
              <a:gd name="connsiteX22" fmla="*/ 17014 w 3796719"/>
              <a:gd name="connsiteY22" fmla="*/ 7899768 h 8209291"/>
              <a:gd name="connsiteX23" fmla="*/ 3743 w 3796719"/>
              <a:gd name="connsiteY23" fmla="*/ 7640662 h 8209291"/>
              <a:gd name="connsiteX24" fmla="*/ 4075 w 3796719"/>
              <a:gd name="connsiteY24" fmla="*/ 3842201 h 8209291"/>
              <a:gd name="connsiteX25" fmla="*/ 426 w 3796719"/>
              <a:gd name="connsiteY25" fmla="*/ 533455 h 8209291"/>
              <a:gd name="connsiteX26" fmla="*/ 66780 w 3796719"/>
              <a:gd name="connsiteY26" fmla="*/ 178594 h 8209291"/>
              <a:gd name="connsiteX27" fmla="*/ 98464 w 3796719"/>
              <a:gd name="connsiteY27" fmla="*/ 134431 h 8209291"/>
              <a:gd name="connsiteX28" fmla="*/ 131473 w 3796719"/>
              <a:gd name="connsiteY28" fmla="*/ 101301 h 8209291"/>
              <a:gd name="connsiteX29" fmla="*/ 198820 w 3796719"/>
              <a:gd name="connsiteY29" fmla="*/ 55249 h 8209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796719" h="8209291">
                <a:moveTo>
                  <a:pt x="198820" y="55249"/>
                </a:moveTo>
                <a:cubicBezTo>
                  <a:pt x="271234" y="16578"/>
                  <a:pt x="356878" y="-336"/>
                  <a:pt x="438034" y="996"/>
                </a:cubicBezTo>
                <a:cubicBezTo>
                  <a:pt x="549841" y="-328"/>
                  <a:pt x="661649" y="2"/>
                  <a:pt x="773789" y="332"/>
                </a:cubicBezTo>
                <a:cubicBezTo>
                  <a:pt x="798670" y="-660"/>
                  <a:pt x="828531" y="10604"/>
                  <a:pt x="835500" y="37111"/>
                </a:cubicBezTo>
                <a:cubicBezTo>
                  <a:pt x="842798" y="74882"/>
                  <a:pt x="839480" y="114645"/>
                  <a:pt x="852420" y="151422"/>
                </a:cubicBezTo>
                <a:cubicBezTo>
                  <a:pt x="871329" y="214046"/>
                  <a:pt x="921427" y="265404"/>
                  <a:pt x="982806" y="287604"/>
                </a:cubicBezTo>
                <a:cubicBezTo>
                  <a:pt x="1035557" y="307814"/>
                  <a:pt x="1092954" y="301519"/>
                  <a:pt x="1148361" y="303175"/>
                </a:cubicBezTo>
                <a:cubicBezTo>
                  <a:pt x="1632087" y="304169"/>
                  <a:pt x="2115478" y="303839"/>
                  <a:pt x="2599205" y="303506"/>
                </a:cubicBezTo>
                <a:cubicBezTo>
                  <a:pt x="2657596" y="302182"/>
                  <a:pt x="2716652" y="305825"/>
                  <a:pt x="2775045" y="298536"/>
                </a:cubicBezTo>
                <a:cubicBezTo>
                  <a:pt x="2870928" y="284290"/>
                  <a:pt x="2949888" y="198472"/>
                  <a:pt x="2955528" y="101721"/>
                </a:cubicBezTo>
                <a:cubicBezTo>
                  <a:pt x="2959510" y="72232"/>
                  <a:pt x="2952875" y="34793"/>
                  <a:pt x="2979084" y="13587"/>
                </a:cubicBezTo>
                <a:cubicBezTo>
                  <a:pt x="3000317" y="-3975"/>
                  <a:pt x="3029846" y="995"/>
                  <a:pt x="3055392" y="0"/>
                </a:cubicBezTo>
                <a:cubicBezTo>
                  <a:pt x="3184784" y="1990"/>
                  <a:pt x="3315172" y="-3975"/>
                  <a:pt x="3444230" y="9942"/>
                </a:cubicBezTo>
                <a:cubicBezTo>
                  <a:pt x="3551393" y="21539"/>
                  <a:pt x="3658558" y="73225"/>
                  <a:pt x="3719936" y="164343"/>
                </a:cubicBezTo>
                <a:cubicBezTo>
                  <a:pt x="3778655" y="247844"/>
                  <a:pt x="3792923" y="352876"/>
                  <a:pt x="3793257" y="452608"/>
                </a:cubicBezTo>
                <a:cubicBezTo>
                  <a:pt x="3790933" y="1711032"/>
                  <a:pt x="3796904" y="2969124"/>
                  <a:pt x="3796573" y="4227548"/>
                </a:cubicBezTo>
                <a:cubicBezTo>
                  <a:pt x="3796573" y="5369006"/>
                  <a:pt x="3796904" y="6510798"/>
                  <a:pt x="3796572" y="7652260"/>
                </a:cubicBezTo>
                <a:cubicBezTo>
                  <a:pt x="3796241" y="7770216"/>
                  <a:pt x="3802877" y="7895462"/>
                  <a:pt x="3746477" y="8003479"/>
                </a:cubicBezTo>
                <a:cubicBezTo>
                  <a:pt x="3699030" y="8105860"/>
                  <a:pt x="3595186" y="8172129"/>
                  <a:pt x="3487027" y="8194659"/>
                </a:cubicBezTo>
                <a:cubicBezTo>
                  <a:pt x="3399107" y="8212220"/>
                  <a:pt x="3308867" y="8208245"/>
                  <a:pt x="3219619" y="8208908"/>
                </a:cubicBezTo>
                <a:cubicBezTo>
                  <a:pt x="2314209" y="8209240"/>
                  <a:pt x="1409132" y="8209572"/>
                  <a:pt x="504056" y="8208907"/>
                </a:cubicBezTo>
                <a:cubicBezTo>
                  <a:pt x="398221" y="8208246"/>
                  <a:pt x="286414" y="8204932"/>
                  <a:pt x="192855" y="8149598"/>
                </a:cubicBezTo>
                <a:cubicBezTo>
                  <a:pt x="98631" y="8100229"/>
                  <a:pt x="36920" y="8002484"/>
                  <a:pt x="17014" y="7899768"/>
                </a:cubicBezTo>
                <a:cubicBezTo>
                  <a:pt x="756" y="7814284"/>
                  <a:pt x="4408" y="7727143"/>
                  <a:pt x="3743" y="7640662"/>
                </a:cubicBezTo>
                <a:cubicBezTo>
                  <a:pt x="4073" y="6374288"/>
                  <a:pt x="4408" y="5108244"/>
                  <a:pt x="4075" y="3842201"/>
                </a:cubicBezTo>
                <a:cubicBezTo>
                  <a:pt x="4076" y="2739177"/>
                  <a:pt x="-1564" y="1636149"/>
                  <a:pt x="426" y="533455"/>
                </a:cubicBezTo>
                <a:cubicBezTo>
                  <a:pt x="1422" y="412848"/>
                  <a:pt x="94" y="284291"/>
                  <a:pt x="66780" y="178594"/>
                </a:cubicBezTo>
                <a:cubicBezTo>
                  <a:pt x="76152" y="162729"/>
                  <a:pt x="86775" y="148022"/>
                  <a:pt x="98464" y="134431"/>
                </a:cubicBezTo>
                <a:cubicBezTo>
                  <a:pt x="108691" y="122540"/>
                  <a:pt x="119735" y="111506"/>
                  <a:pt x="131473" y="101301"/>
                </a:cubicBezTo>
                <a:cubicBezTo>
                  <a:pt x="152015" y="83446"/>
                  <a:pt x="174683" y="68139"/>
                  <a:pt x="198820" y="55249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 rot="1800000">
            <a:off x="9938855" y="-1718914"/>
            <a:ext cx="3796719" cy="8209291"/>
          </a:xfrm>
          <a:custGeom>
            <a:avLst/>
            <a:gdLst>
              <a:gd name="connsiteX0" fmla="*/ 198820 w 3796719"/>
              <a:gd name="connsiteY0" fmla="*/ 55249 h 8209291"/>
              <a:gd name="connsiteX1" fmla="*/ 438034 w 3796719"/>
              <a:gd name="connsiteY1" fmla="*/ 996 h 8209291"/>
              <a:gd name="connsiteX2" fmla="*/ 773789 w 3796719"/>
              <a:gd name="connsiteY2" fmla="*/ 332 h 8209291"/>
              <a:gd name="connsiteX3" fmla="*/ 835500 w 3796719"/>
              <a:gd name="connsiteY3" fmla="*/ 37111 h 8209291"/>
              <a:gd name="connsiteX4" fmla="*/ 852420 w 3796719"/>
              <a:gd name="connsiteY4" fmla="*/ 151422 h 8209291"/>
              <a:gd name="connsiteX5" fmla="*/ 982806 w 3796719"/>
              <a:gd name="connsiteY5" fmla="*/ 287604 h 8209291"/>
              <a:gd name="connsiteX6" fmla="*/ 1148361 w 3796719"/>
              <a:gd name="connsiteY6" fmla="*/ 303175 h 8209291"/>
              <a:gd name="connsiteX7" fmla="*/ 2599205 w 3796719"/>
              <a:gd name="connsiteY7" fmla="*/ 303506 h 8209291"/>
              <a:gd name="connsiteX8" fmla="*/ 2775045 w 3796719"/>
              <a:gd name="connsiteY8" fmla="*/ 298536 h 8209291"/>
              <a:gd name="connsiteX9" fmla="*/ 2955528 w 3796719"/>
              <a:gd name="connsiteY9" fmla="*/ 101721 h 8209291"/>
              <a:gd name="connsiteX10" fmla="*/ 2979084 w 3796719"/>
              <a:gd name="connsiteY10" fmla="*/ 13587 h 8209291"/>
              <a:gd name="connsiteX11" fmla="*/ 3055392 w 3796719"/>
              <a:gd name="connsiteY11" fmla="*/ 0 h 8209291"/>
              <a:gd name="connsiteX12" fmla="*/ 3444230 w 3796719"/>
              <a:gd name="connsiteY12" fmla="*/ 9942 h 8209291"/>
              <a:gd name="connsiteX13" fmla="*/ 3719936 w 3796719"/>
              <a:gd name="connsiteY13" fmla="*/ 164343 h 8209291"/>
              <a:gd name="connsiteX14" fmla="*/ 3793257 w 3796719"/>
              <a:gd name="connsiteY14" fmla="*/ 452608 h 8209291"/>
              <a:gd name="connsiteX15" fmla="*/ 3796573 w 3796719"/>
              <a:gd name="connsiteY15" fmla="*/ 4227548 h 8209291"/>
              <a:gd name="connsiteX16" fmla="*/ 3796572 w 3796719"/>
              <a:gd name="connsiteY16" fmla="*/ 7652260 h 8209291"/>
              <a:gd name="connsiteX17" fmla="*/ 3746477 w 3796719"/>
              <a:gd name="connsiteY17" fmla="*/ 8003479 h 8209291"/>
              <a:gd name="connsiteX18" fmla="*/ 3487027 w 3796719"/>
              <a:gd name="connsiteY18" fmla="*/ 8194659 h 8209291"/>
              <a:gd name="connsiteX19" fmla="*/ 3219619 w 3796719"/>
              <a:gd name="connsiteY19" fmla="*/ 8208908 h 8209291"/>
              <a:gd name="connsiteX20" fmla="*/ 504056 w 3796719"/>
              <a:gd name="connsiteY20" fmla="*/ 8208907 h 8209291"/>
              <a:gd name="connsiteX21" fmla="*/ 192855 w 3796719"/>
              <a:gd name="connsiteY21" fmla="*/ 8149598 h 8209291"/>
              <a:gd name="connsiteX22" fmla="*/ 17014 w 3796719"/>
              <a:gd name="connsiteY22" fmla="*/ 7899768 h 8209291"/>
              <a:gd name="connsiteX23" fmla="*/ 3743 w 3796719"/>
              <a:gd name="connsiteY23" fmla="*/ 7640662 h 8209291"/>
              <a:gd name="connsiteX24" fmla="*/ 4075 w 3796719"/>
              <a:gd name="connsiteY24" fmla="*/ 3842201 h 8209291"/>
              <a:gd name="connsiteX25" fmla="*/ 426 w 3796719"/>
              <a:gd name="connsiteY25" fmla="*/ 533455 h 8209291"/>
              <a:gd name="connsiteX26" fmla="*/ 66780 w 3796719"/>
              <a:gd name="connsiteY26" fmla="*/ 178594 h 8209291"/>
              <a:gd name="connsiteX27" fmla="*/ 98464 w 3796719"/>
              <a:gd name="connsiteY27" fmla="*/ 134431 h 8209291"/>
              <a:gd name="connsiteX28" fmla="*/ 131473 w 3796719"/>
              <a:gd name="connsiteY28" fmla="*/ 101301 h 8209291"/>
              <a:gd name="connsiteX29" fmla="*/ 198820 w 3796719"/>
              <a:gd name="connsiteY29" fmla="*/ 55249 h 8209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796719" h="8209291">
                <a:moveTo>
                  <a:pt x="198820" y="55249"/>
                </a:moveTo>
                <a:cubicBezTo>
                  <a:pt x="271234" y="16578"/>
                  <a:pt x="356878" y="-336"/>
                  <a:pt x="438034" y="996"/>
                </a:cubicBezTo>
                <a:cubicBezTo>
                  <a:pt x="549841" y="-328"/>
                  <a:pt x="661649" y="2"/>
                  <a:pt x="773789" y="332"/>
                </a:cubicBezTo>
                <a:cubicBezTo>
                  <a:pt x="798670" y="-660"/>
                  <a:pt x="828531" y="10604"/>
                  <a:pt x="835500" y="37111"/>
                </a:cubicBezTo>
                <a:cubicBezTo>
                  <a:pt x="842798" y="74882"/>
                  <a:pt x="839480" y="114645"/>
                  <a:pt x="852420" y="151422"/>
                </a:cubicBezTo>
                <a:cubicBezTo>
                  <a:pt x="871329" y="214046"/>
                  <a:pt x="921427" y="265404"/>
                  <a:pt x="982806" y="287604"/>
                </a:cubicBezTo>
                <a:cubicBezTo>
                  <a:pt x="1035557" y="307814"/>
                  <a:pt x="1092954" y="301519"/>
                  <a:pt x="1148361" y="303175"/>
                </a:cubicBezTo>
                <a:cubicBezTo>
                  <a:pt x="1632087" y="304169"/>
                  <a:pt x="2115478" y="303839"/>
                  <a:pt x="2599205" y="303506"/>
                </a:cubicBezTo>
                <a:cubicBezTo>
                  <a:pt x="2657596" y="302182"/>
                  <a:pt x="2716652" y="305825"/>
                  <a:pt x="2775045" y="298536"/>
                </a:cubicBezTo>
                <a:cubicBezTo>
                  <a:pt x="2870928" y="284290"/>
                  <a:pt x="2949888" y="198472"/>
                  <a:pt x="2955528" y="101721"/>
                </a:cubicBezTo>
                <a:cubicBezTo>
                  <a:pt x="2959510" y="72232"/>
                  <a:pt x="2952875" y="34793"/>
                  <a:pt x="2979084" y="13587"/>
                </a:cubicBezTo>
                <a:cubicBezTo>
                  <a:pt x="3000317" y="-3975"/>
                  <a:pt x="3029846" y="995"/>
                  <a:pt x="3055392" y="0"/>
                </a:cubicBezTo>
                <a:cubicBezTo>
                  <a:pt x="3184784" y="1990"/>
                  <a:pt x="3315172" y="-3975"/>
                  <a:pt x="3444230" y="9942"/>
                </a:cubicBezTo>
                <a:cubicBezTo>
                  <a:pt x="3551393" y="21539"/>
                  <a:pt x="3658558" y="73225"/>
                  <a:pt x="3719936" y="164343"/>
                </a:cubicBezTo>
                <a:cubicBezTo>
                  <a:pt x="3778655" y="247844"/>
                  <a:pt x="3792923" y="352876"/>
                  <a:pt x="3793257" y="452608"/>
                </a:cubicBezTo>
                <a:cubicBezTo>
                  <a:pt x="3790933" y="1711032"/>
                  <a:pt x="3796904" y="2969124"/>
                  <a:pt x="3796573" y="4227548"/>
                </a:cubicBezTo>
                <a:cubicBezTo>
                  <a:pt x="3796573" y="5369006"/>
                  <a:pt x="3796904" y="6510798"/>
                  <a:pt x="3796572" y="7652260"/>
                </a:cubicBezTo>
                <a:cubicBezTo>
                  <a:pt x="3796241" y="7770216"/>
                  <a:pt x="3802877" y="7895462"/>
                  <a:pt x="3746477" y="8003479"/>
                </a:cubicBezTo>
                <a:cubicBezTo>
                  <a:pt x="3699030" y="8105860"/>
                  <a:pt x="3595186" y="8172129"/>
                  <a:pt x="3487027" y="8194659"/>
                </a:cubicBezTo>
                <a:cubicBezTo>
                  <a:pt x="3399107" y="8212220"/>
                  <a:pt x="3308867" y="8208245"/>
                  <a:pt x="3219619" y="8208908"/>
                </a:cubicBezTo>
                <a:cubicBezTo>
                  <a:pt x="2314209" y="8209240"/>
                  <a:pt x="1409132" y="8209572"/>
                  <a:pt x="504056" y="8208907"/>
                </a:cubicBezTo>
                <a:cubicBezTo>
                  <a:pt x="398221" y="8208246"/>
                  <a:pt x="286414" y="8204932"/>
                  <a:pt x="192855" y="8149598"/>
                </a:cubicBezTo>
                <a:cubicBezTo>
                  <a:pt x="98631" y="8100229"/>
                  <a:pt x="36920" y="8002484"/>
                  <a:pt x="17014" y="7899768"/>
                </a:cubicBezTo>
                <a:cubicBezTo>
                  <a:pt x="756" y="7814284"/>
                  <a:pt x="4408" y="7727143"/>
                  <a:pt x="3743" y="7640662"/>
                </a:cubicBezTo>
                <a:cubicBezTo>
                  <a:pt x="4073" y="6374288"/>
                  <a:pt x="4408" y="5108244"/>
                  <a:pt x="4075" y="3842201"/>
                </a:cubicBezTo>
                <a:cubicBezTo>
                  <a:pt x="4076" y="2739177"/>
                  <a:pt x="-1564" y="1636149"/>
                  <a:pt x="426" y="533455"/>
                </a:cubicBezTo>
                <a:cubicBezTo>
                  <a:pt x="1422" y="412848"/>
                  <a:pt x="94" y="284291"/>
                  <a:pt x="66780" y="178594"/>
                </a:cubicBezTo>
                <a:cubicBezTo>
                  <a:pt x="76152" y="162729"/>
                  <a:pt x="86775" y="148022"/>
                  <a:pt x="98464" y="134431"/>
                </a:cubicBezTo>
                <a:cubicBezTo>
                  <a:pt x="108691" y="122540"/>
                  <a:pt x="119735" y="111506"/>
                  <a:pt x="131473" y="101301"/>
                </a:cubicBezTo>
                <a:cubicBezTo>
                  <a:pt x="152015" y="83446"/>
                  <a:pt x="174683" y="68139"/>
                  <a:pt x="198820" y="55249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48D5A-42AE-38CB-AFDB-650340C143A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587E650F-99B1-42D4-98E6-96105F312568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50B9E-1575-3C26-0FB0-6DE601ADB8B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445D9-3558-50E3-BE88-E1D21875A3E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50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7283806" y="1833632"/>
            <a:ext cx="3724099" cy="6589817"/>
          </a:xfrm>
          <a:custGeom>
            <a:avLst/>
            <a:gdLst>
              <a:gd name="connsiteX0" fmla="*/ 0 w 3724099"/>
              <a:gd name="connsiteY0" fmla="*/ 0 h 6589817"/>
              <a:gd name="connsiteX1" fmla="*/ 3724099 w 3724099"/>
              <a:gd name="connsiteY1" fmla="*/ 0 h 6589817"/>
              <a:gd name="connsiteX2" fmla="*/ 3724099 w 3724099"/>
              <a:gd name="connsiteY2" fmla="*/ 6589817 h 6589817"/>
              <a:gd name="connsiteX3" fmla="*/ 0 w 3724099"/>
              <a:gd name="connsiteY3" fmla="*/ 6589817 h 6589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4099" h="6589817">
                <a:moveTo>
                  <a:pt x="0" y="0"/>
                </a:moveTo>
                <a:lnTo>
                  <a:pt x="3724099" y="0"/>
                </a:lnTo>
                <a:lnTo>
                  <a:pt x="3724099" y="6589817"/>
                </a:lnTo>
                <a:lnTo>
                  <a:pt x="0" y="658981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C25D3-9715-35E0-167C-47BA5BEAE00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126E8859-0C18-4338-8B58-8837DBD96383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60109-0B45-9563-B840-CD5CC91AAD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4E338-2E6C-274D-144A-7C872AE77EF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26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1938040" y="1635871"/>
            <a:ext cx="5248987" cy="7015420"/>
          </a:xfrm>
          <a:custGeom>
            <a:avLst/>
            <a:gdLst>
              <a:gd name="connsiteX0" fmla="*/ 0 w 5248987"/>
              <a:gd name="connsiteY0" fmla="*/ 0 h 7015420"/>
              <a:gd name="connsiteX1" fmla="*/ 5248987 w 5248987"/>
              <a:gd name="connsiteY1" fmla="*/ 0 h 7015420"/>
              <a:gd name="connsiteX2" fmla="*/ 5248987 w 5248987"/>
              <a:gd name="connsiteY2" fmla="*/ 7015420 h 7015420"/>
              <a:gd name="connsiteX3" fmla="*/ 0 w 5248987"/>
              <a:gd name="connsiteY3" fmla="*/ 7015420 h 7015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8987" h="7015420">
                <a:moveTo>
                  <a:pt x="0" y="0"/>
                </a:moveTo>
                <a:lnTo>
                  <a:pt x="5248987" y="0"/>
                </a:lnTo>
                <a:lnTo>
                  <a:pt x="5248987" y="7015420"/>
                </a:lnTo>
                <a:lnTo>
                  <a:pt x="0" y="701542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6B04E-2507-C491-FB83-33D9B18AB6F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939F7FA0-058B-47CB-8939-D373902850F1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7CF7E-4FE5-077A-648C-2F2DA5DC9D0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3E2ED-8E9C-0CE3-01EB-1EFCCA5AFDD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63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-708986" y="1999302"/>
            <a:ext cx="9502723" cy="5988067"/>
          </a:xfrm>
          <a:custGeom>
            <a:avLst/>
            <a:gdLst>
              <a:gd name="connsiteX0" fmla="*/ 0 w 9502723"/>
              <a:gd name="connsiteY0" fmla="*/ 0 h 5988067"/>
              <a:gd name="connsiteX1" fmla="*/ 9502723 w 9502723"/>
              <a:gd name="connsiteY1" fmla="*/ 0 h 5988067"/>
              <a:gd name="connsiteX2" fmla="*/ 9502723 w 9502723"/>
              <a:gd name="connsiteY2" fmla="*/ 5988067 h 5988067"/>
              <a:gd name="connsiteX3" fmla="*/ 0 w 9502723"/>
              <a:gd name="connsiteY3" fmla="*/ 5988067 h 598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02723" h="5988067">
                <a:moveTo>
                  <a:pt x="0" y="0"/>
                </a:moveTo>
                <a:lnTo>
                  <a:pt x="9502723" y="0"/>
                </a:lnTo>
                <a:lnTo>
                  <a:pt x="9502723" y="5988067"/>
                </a:lnTo>
                <a:lnTo>
                  <a:pt x="0" y="598806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17D03-0BD4-227A-48B7-DEB579B8532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7ED66043-B718-42EB-AD8E-A7D74447D618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183D8-8928-0766-0C5C-2591C9425E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6A982-E46A-3015-69DE-3B1404A6B7F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25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9437962" y="2269461"/>
            <a:ext cx="7725242" cy="4557865"/>
          </a:xfrm>
          <a:custGeom>
            <a:avLst/>
            <a:gdLst>
              <a:gd name="connsiteX0" fmla="*/ 0 w 7725242"/>
              <a:gd name="connsiteY0" fmla="*/ 0 h 4557865"/>
              <a:gd name="connsiteX1" fmla="*/ 7725242 w 7725242"/>
              <a:gd name="connsiteY1" fmla="*/ 0 h 4557865"/>
              <a:gd name="connsiteX2" fmla="*/ 7725242 w 7725242"/>
              <a:gd name="connsiteY2" fmla="*/ 4557865 h 4557865"/>
              <a:gd name="connsiteX3" fmla="*/ 0 w 7725242"/>
              <a:gd name="connsiteY3" fmla="*/ 4557865 h 455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25242" h="4557865">
                <a:moveTo>
                  <a:pt x="0" y="0"/>
                </a:moveTo>
                <a:lnTo>
                  <a:pt x="7725242" y="0"/>
                </a:lnTo>
                <a:lnTo>
                  <a:pt x="7725242" y="4557865"/>
                </a:lnTo>
                <a:lnTo>
                  <a:pt x="0" y="455786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2FF12-CFD7-FA49-807E-A23B90EB102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5A945876-1DF2-44C7-BCF9-FE7171CC6FEF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5AFDD-3C39-EEF4-F063-4FF41A75B8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98F53-AFD3-ACD0-069E-5DF0BF04A7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312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3499864" y="3973554"/>
            <a:ext cx="5753756" cy="3394697"/>
          </a:xfrm>
          <a:custGeom>
            <a:avLst/>
            <a:gdLst>
              <a:gd name="connsiteX0" fmla="*/ 0 w 5753756"/>
              <a:gd name="connsiteY0" fmla="*/ 0 h 3394697"/>
              <a:gd name="connsiteX1" fmla="*/ 5753756 w 5753756"/>
              <a:gd name="connsiteY1" fmla="*/ 0 h 3394697"/>
              <a:gd name="connsiteX2" fmla="*/ 5753756 w 5753756"/>
              <a:gd name="connsiteY2" fmla="*/ 3394697 h 3394697"/>
              <a:gd name="connsiteX3" fmla="*/ 0 w 5753756"/>
              <a:gd name="connsiteY3" fmla="*/ 3394697 h 3394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53756" h="3394697">
                <a:moveTo>
                  <a:pt x="0" y="0"/>
                </a:moveTo>
                <a:lnTo>
                  <a:pt x="5753756" y="0"/>
                </a:lnTo>
                <a:lnTo>
                  <a:pt x="5753756" y="3394697"/>
                </a:lnTo>
                <a:lnTo>
                  <a:pt x="0" y="339469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1"/>
          </p:nvPr>
        </p:nvSpPr>
        <p:spPr>
          <a:xfrm>
            <a:off x="1014245" y="5134487"/>
            <a:ext cx="2617954" cy="3498969"/>
          </a:xfrm>
          <a:custGeom>
            <a:avLst/>
            <a:gdLst>
              <a:gd name="connsiteX0" fmla="*/ 0 w 2617954"/>
              <a:gd name="connsiteY0" fmla="*/ 0 h 3498969"/>
              <a:gd name="connsiteX1" fmla="*/ 2617954 w 2617954"/>
              <a:gd name="connsiteY1" fmla="*/ 0 h 3498969"/>
              <a:gd name="connsiteX2" fmla="*/ 2617954 w 2617954"/>
              <a:gd name="connsiteY2" fmla="*/ 3498969 h 3498969"/>
              <a:gd name="connsiteX3" fmla="*/ 0 w 2617954"/>
              <a:gd name="connsiteY3" fmla="*/ 3498969 h 3498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954" h="3498969">
                <a:moveTo>
                  <a:pt x="0" y="0"/>
                </a:moveTo>
                <a:lnTo>
                  <a:pt x="2617954" y="0"/>
                </a:lnTo>
                <a:lnTo>
                  <a:pt x="2617954" y="3498969"/>
                </a:lnTo>
                <a:lnTo>
                  <a:pt x="0" y="349896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90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3251177" y="6152267"/>
            <a:ext cx="1245698" cy="2693451"/>
          </a:xfrm>
          <a:custGeom>
            <a:avLst/>
            <a:gdLst>
              <a:gd name="connsiteX0" fmla="*/ 1002470 w 1245698"/>
              <a:gd name="connsiteY0" fmla="*/ 0 h 2693451"/>
              <a:gd name="connsiteX1" fmla="*/ 1130046 w 1245698"/>
              <a:gd name="connsiteY1" fmla="*/ 3263 h 2693451"/>
              <a:gd name="connsiteX2" fmla="*/ 1220504 w 1245698"/>
              <a:gd name="connsiteY2" fmla="*/ 53921 h 2693451"/>
              <a:gd name="connsiteX3" fmla="*/ 1244562 w 1245698"/>
              <a:gd name="connsiteY3" fmla="*/ 148500 h 2693451"/>
              <a:gd name="connsiteX4" fmla="*/ 1245650 w 1245698"/>
              <a:gd name="connsiteY4" fmla="*/ 1387050 h 2693451"/>
              <a:gd name="connsiteX5" fmla="*/ 1245650 w 1245698"/>
              <a:gd name="connsiteY5" fmla="*/ 2510691 h 2693451"/>
              <a:gd name="connsiteX6" fmla="*/ 1229213 w 1245698"/>
              <a:gd name="connsiteY6" fmla="*/ 2625925 h 2693451"/>
              <a:gd name="connsiteX7" fmla="*/ 1144090 w 1245698"/>
              <a:gd name="connsiteY7" fmla="*/ 2688652 h 2693451"/>
              <a:gd name="connsiteX8" fmla="*/ 1056353 w 1245698"/>
              <a:gd name="connsiteY8" fmla="*/ 2693326 h 2693451"/>
              <a:gd name="connsiteX9" fmla="*/ 165381 w 1245698"/>
              <a:gd name="connsiteY9" fmla="*/ 2693326 h 2693451"/>
              <a:gd name="connsiteX10" fmla="*/ 63276 w 1245698"/>
              <a:gd name="connsiteY10" fmla="*/ 2673867 h 2693451"/>
              <a:gd name="connsiteX11" fmla="*/ 5582 w 1245698"/>
              <a:gd name="connsiteY11" fmla="*/ 2591898 h 2693451"/>
              <a:gd name="connsiteX12" fmla="*/ 1228 w 1245698"/>
              <a:gd name="connsiteY12" fmla="*/ 2506886 h 2693451"/>
              <a:gd name="connsiteX13" fmla="*/ 1337 w 1245698"/>
              <a:gd name="connsiteY13" fmla="*/ 1260618 h 2693451"/>
              <a:gd name="connsiteX14" fmla="*/ 140 w 1245698"/>
              <a:gd name="connsiteY14" fmla="*/ 175026 h 2693451"/>
              <a:gd name="connsiteX15" fmla="*/ 21911 w 1245698"/>
              <a:gd name="connsiteY15" fmla="*/ 58596 h 2693451"/>
              <a:gd name="connsiteX16" fmla="*/ 143719 w 1245698"/>
              <a:gd name="connsiteY16" fmla="*/ 326 h 2693451"/>
              <a:gd name="connsiteX17" fmla="*/ 253879 w 1245698"/>
              <a:gd name="connsiteY17" fmla="*/ 109 h 2693451"/>
              <a:gd name="connsiteX18" fmla="*/ 274126 w 1245698"/>
              <a:gd name="connsiteY18" fmla="*/ 12176 h 2693451"/>
              <a:gd name="connsiteX19" fmla="*/ 279677 w 1245698"/>
              <a:gd name="connsiteY19" fmla="*/ 49681 h 2693451"/>
              <a:gd name="connsiteX20" fmla="*/ 322457 w 1245698"/>
              <a:gd name="connsiteY20" fmla="*/ 94362 h 2693451"/>
              <a:gd name="connsiteX21" fmla="*/ 376775 w 1245698"/>
              <a:gd name="connsiteY21" fmla="*/ 99472 h 2693451"/>
              <a:gd name="connsiteX22" fmla="*/ 852795 w 1245698"/>
              <a:gd name="connsiteY22" fmla="*/ 99580 h 2693451"/>
              <a:gd name="connsiteX23" fmla="*/ 910489 w 1245698"/>
              <a:gd name="connsiteY23" fmla="*/ 97950 h 2693451"/>
              <a:gd name="connsiteX24" fmla="*/ 969705 w 1245698"/>
              <a:gd name="connsiteY24" fmla="*/ 33375 h 2693451"/>
              <a:gd name="connsiteX25" fmla="*/ 977434 w 1245698"/>
              <a:gd name="connsiteY25" fmla="*/ 4457 h 2693451"/>
              <a:gd name="connsiteX26" fmla="*/ 1002470 w 1245698"/>
              <a:gd name="connsiteY26" fmla="*/ 0 h 269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45698" h="2693451">
                <a:moveTo>
                  <a:pt x="1002470" y="0"/>
                </a:moveTo>
                <a:cubicBezTo>
                  <a:pt x="1044923" y="653"/>
                  <a:pt x="1087703" y="-1304"/>
                  <a:pt x="1130046" y="3263"/>
                </a:cubicBezTo>
                <a:cubicBezTo>
                  <a:pt x="1165207" y="7067"/>
                  <a:pt x="1200367" y="24026"/>
                  <a:pt x="1220504" y="53921"/>
                </a:cubicBezTo>
                <a:cubicBezTo>
                  <a:pt x="1239772" y="81317"/>
                  <a:pt x="1244453" y="115778"/>
                  <a:pt x="1244562" y="148500"/>
                </a:cubicBezTo>
                <a:cubicBezTo>
                  <a:pt x="1243800" y="561387"/>
                  <a:pt x="1245759" y="974163"/>
                  <a:pt x="1245650" y="1387050"/>
                </a:cubicBezTo>
                <a:cubicBezTo>
                  <a:pt x="1245650" y="1761561"/>
                  <a:pt x="1245759" y="2136179"/>
                  <a:pt x="1245650" y="2510691"/>
                </a:cubicBezTo>
                <a:cubicBezTo>
                  <a:pt x="1245542" y="2549392"/>
                  <a:pt x="1247719" y="2590485"/>
                  <a:pt x="1229213" y="2625925"/>
                </a:cubicBezTo>
                <a:cubicBezTo>
                  <a:pt x="1213647" y="2659516"/>
                  <a:pt x="1179576" y="2681260"/>
                  <a:pt x="1144090" y="2688652"/>
                </a:cubicBezTo>
                <a:cubicBezTo>
                  <a:pt x="1115243" y="2694412"/>
                  <a:pt x="1085635" y="2693109"/>
                  <a:pt x="1056353" y="2693326"/>
                </a:cubicBezTo>
                <a:cubicBezTo>
                  <a:pt x="759289" y="2693435"/>
                  <a:pt x="462335" y="2693543"/>
                  <a:pt x="165381" y="2693326"/>
                </a:cubicBezTo>
                <a:cubicBezTo>
                  <a:pt x="130657" y="2693109"/>
                  <a:pt x="93973" y="2692021"/>
                  <a:pt x="63276" y="2673867"/>
                </a:cubicBezTo>
                <a:cubicBezTo>
                  <a:pt x="32360" y="2657669"/>
                  <a:pt x="12114" y="2625598"/>
                  <a:pt x="5582" y="2591898"/>
                </a:cubicBezTo>
                <a:cubicBezTo>
                  <a:pt x="248" y="2563850"/>
                  <a:pt x="1446" y="2535259"/>
                  <a:pt x="1228" y="2506886"/>
                </a:cubicBezTo>
                <a:cubicBezTo>
                  <a:pt x="1337" y="2091391"/>
                  <a:pt x="1446" y="1676005"/>
                  <a:pt x="1337" y="1260618"/>
                </a:cubicBezTo>
                <a:cubicBezTo>
                  <a:pt x="1337" y="898717"/>
                  <a:pt x="-513" y="536818"/>
                  <a:pt x="140" y="175026"/>
                </a:cubicBezTo>
                <a:cubicBezTo>
                  <a:pt x="466" y="135455"/>
                  <a:pt x="31" y="93274"/>
                  <a:pt x="21911" y="58596"/>
                </a:cubicBezTo>
                <a:cubicBezTo>
                  <a:pt x="46512" y="16959"/>
                  <a:pt x="97347" y="-434"/>
                  <a:pt x="143719" y="326"/>
                </a:cubicBezTo>
                <a:cubicBezTo>
                  <a:pt x="180403" y="-108"/>
                  <a:pt x="217086" y="0"/>
                  <a:pt x="253879" y="109"/>
                </a:cubicBezTo>
                <a:cubicBezTo>
                  <a:pt x="262044" y="-217"/>
                  <a:pt x="271840" y="3480"/>
                  <a:pt x="274126" y="12176"/>
                </a:cubicBezTo>
                <a:cubicBezTo>
                  <a:pt x="276521" y="24569"/>
                  <a:pt x="275433" y="37615"/>
                  <a:pt x="279677" y="49681"/>
                </a:cubicBezTo>
                <a:cubicBezTo>
                  <a:pt x="285882" y="70228"/>
                  <a:pt x="302319" y="87078"/>
                  <a:pt x="322457" y="94362"/>
                </a:cubicBezTo>
                <a:cubicBezTo>
                  <a:pt x="339765" y="100994"/>
                  <a:pt x="358597" y="98928"/>
                  <a:pt x="376775" y="99472"/>
                </a:cubicBezTo>
                <a:cubicBezTo>
                  <a:pt x="535485" y="99798"/>
                  <a:pt x="694086" y="99689"/>
                  <a:pt x="852795" y="99580"/>
                </a:cubicBezTo>
                <a:cubicBezTo>
                  <a:pt x="871953" y="99146"/>
                  <a:pt x="891329" y="100341"/>
                  <a:pt x="910489" y="97950"/>
                </a:cubicBezTo>
                <a:cubicBezTo>
                  <a:pt x="941947" y="93274"/>
                  <a:pt x="967854" y="65119"/>
                  <a:pt x="969705" y="33375"/>
                </a:cubicBezTo>
                <a:cubicBezTo>
                  <a:pt x="971011" y="23700"/>
                  <a:pt x="968834" y="11415"/>
                  <a:pt x="977434" y="4457"/>
                </a:cubicBezTo>
                <a:cubicBezTo>
                  <a:pt x="984400" y="-1304"/>
                  <a:pt x="994088" y="326"/>
                  <a:pt x="1002470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D5D68-374C-9BEF-C2CA-8C19583FDB5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2750B8BD-1B9B-4454-B169-414128CED0A7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B6AC8-1BD6-B023-3DE1-AD33B202B36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4BCA7-357D-C9DE-55E4-6272BD9CD3E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0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7999" cy="7658100"/>
          </a:xfrm>
          <a:custGeom>
            <a:avLst/>
            <a:gdLst>
              <a:gd name="connsiteX0" fmla="*/ 0 w 18287999"/>
              <a:gd name="connsiteY0" fmla="*/ 0 h 7658100"/>
              <a:gd name="connsiteX1" fmla="*/ 18287999 w 18287999"/>
              <a:gd name="connsiteY1" fmla="*/ 0 h 7658100"/>
              <a:gd name="connsiteX2" fmla="*/ 18287999 w 18287999"/>
              <a:gd name="connsiteY2" fmla="*/ 7658100 h 7658100"/>
              <a:gd name="connsiteX3" fmla="*/ 0 w 18287999"/>
              <a:gd name="connsiteY3" fmla="*/ 7658100 h 765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7999" h="7658100">
                <a:moveTo>
                  <a:pt x="0" y="0"/>
                </a:moveTo>
                <a:lnTo>
                  <a:pt x="18287999" y="0"/>
                </a:lnTo>
                <a:lnTo>
                  <a:pt x="18287999" y="7658100"/>
                </a:lnTo>
                <a:lnTo>
                  <a:pt x="0" y="76581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FA83D-12DC-F1A9-513C-819EDED8C48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B98071AE-73C1-4E8E-8A9C-CFB87FCB0657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DD2EB-A31C-A446-7FB2-0D868A6230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96CF6-31C6-CBAC-9008-A1901982BE5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19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6156562" y="0"/>
            <a:ext cx="12131438" cy="10287000"/>
          </a:xfrm>
          <a:custGeom>
            <a:avLst/>
            <a:gdLst>
              <a:gd name="connsiteX0" fmla="*/ 5939200 w 12131438"/>
              <a:gd name="connsiteY0" fmla="*/ 0 h 10287000"/>
              <a:gd name="connsiteX1" fmla="*/ 11639826 w 12131438"/>
              <a:gd name="connsiteY1" fmla="*/ 0 h 10287000"/>
              <a:gd name="connsiteX2" fmla="*/ 12094566 w 12131438"/>
              <a:gd name="connsiteY2" fmla="*/ 0 h 10287000"/>
              <a:gd name="connsiteX3" fmla="*/ 12131438 w 12131438"/>
              <a:gd name="connsiteY3" fmla="*/ 0 h 10287000"/>
              <a:gd name="connsiteX4" fmla="*/ 12131438 w 12131438"/>
              <a:gd name="connsiteY4" fmla="*/ 10287000 h 10287000"/>
              <a:gd name="connsiteX5" fmla="*/ 12094566 w 12131438"/>
              <a:gd name="connsiteY5" fmla="*/ 10287000 h 10287000"/>
              <a:gd name="connsiteX6" fmla="*/ 11639826 w 12131438"/>
              <a:gd name="connsiteY6" fmla="*/ 10287000 h 10287000"/>
              <a:gd name="connsiteX7" fmla="*/ 0 w 12131438"/>
              <a:gd name="connsiteY7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31438" h="10287000">
                <a:moveTo>
                  <a:pt x="5939200" y="0"/>
                </a:moveTo>
                <a:lnTo>
                  <a:pt x="11639826" y="0"/>
                </a:lnTo>
                <a:lnTo>
                  <a:pt x="12094566" y="0"/>
                </a:lnTo>
                <a:lnTo>
                  <a:pt x="12131438" y="0"/>
                </a:lnTo>
                <a:lnTo>
                  <a:pt x="12131438" y="10287000"/>
                </a:lnTo>
                <a:lnTo>
                  <a:pt x="12094566" y="10287000"/>
                </a:lnTo>
                <a:lnTo>
                  <a:pt x="11639826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32781-6181-25A1-AD28-7036AC672B7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FBEBBABF-62FC-4D38-BFBA-67B57D72B2D6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97B24-95A3-439A-6938-E268D507E9D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80FEC-DCAF-07DB-1D2F-4A85188135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4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11529398" y="5348442"/>
            <a:ext cx="976158" cy="976158"/>
          </a:xfrm>
          <a:custGeom>
            <a:avLst/>
            <a:gdLst>
              <a:gd name="connsiteX0" fmla="*/ 488079 w 976158"/>
              <a:gd name="connsiteY0" fmla="*/ 0 h 976158"/>
              <a:gd name="connsiteX1" fmla="*/ 976158 w 976158"/>
              <a:gd name="connsiteY1" fmla="*/ 488079 h 976158"/>
              <a:gd name="connsiteX2" fmla="*/ 488079 w 976158"/>
              <a:gd name="connsiteY2" fmla="*/ 976158 h 976158"/>
              <a:gd name="connsiteX3" fmla="*/ 0 w 976158"/>
              <a:gd name="connsiteY3" fmla="*/ 488079 h 976158"/>
              <a:gd name="connsiteX4" fmla="*/ 488079 w 976158"/>
              <a:gd name="connsiteY4" fmla="*/ 0 h 97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158" h="976158">
                <a:moveTo>
                  <a:pt x="488079" y="0"/>
                </a:moveTo>
                <a:cubicBezTo>
                  <a:pt x="757638" y="0"/>
                  <a:pt x="976158" y="218520"/>
                  <a:pt x="976158" y="488079"/>
                </a:cubicBezTo>
                <a:cubicBezTo>
                  <a:pt x="976158" y="757638"/>
                  <a:pt x="757638" y="976158"/>
                  <a:pt x="488079" y="976158"/>
                </a:cubicBezTo>
                <a:cubicBezTo>
                  <a:pt x="218520" y="976158"/>
                  <a:pt x="0" y="757638"/>
                  <a:pt x="0" y="488079"/>
                </a:cubicBezTo>
                <a:cubicBezTo>
                  <a:pt x="0" y="218520"/>
                  <a:pt x="218520" y="0"/>
                  <a:pt x="488079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2"/>
          </p:nvPr>
        </p:nvSpPr>
        <p:spPr>
          <a:xfrm>
            <a:off x="12581295" y="5348442"/>
            <a:ext cx="976158" cy="976158"/>
          </a:xfrm>
          <a:custGeom>
            <a:avLst/>
            <a:gdLst>
              <a:gd name="connsiteX0" fmla="*/ 488079 w 976158"/>
              <a:gd name="connsiteY0" fmla="*/ 0 h 976158"/>
              <a:gd name="connsiteX1" fmla="*/ 976158 w 976158"/>
              <a:gd name="connsiteY1" fmla="*/ 488079 h 976158"/>
              <a:gd name="connsiteX2" fmla="*/ 488079 w 976158"/>
              <a:gd name="connsiteY2" fmla="*/ 976158 h 976158"/>
              <a:gd name="connsiteX3" fmla="*/ 0 w 976158"/>
              <a:gd name="connsiteY3" fmla="*/ 488079 h 976158"/>
              <a:gd name="connsiteX4" fmla="*/ 488079 w 976158"/>
              <a:gd name="connsiteY4" fmla="*/ 0 h 97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158" h="976158">
                <a:moveTo>
                  <a:pt x="488079" y="0"/>
                </a:moveTo>
                <a:cubicBezTo>
                  <a:pt x="757638" y="0"/>
                  <a:pt x="976158" y="218520"/>
                  <a:pt x="976158" y="488079"/>
                </a:cubicBezTo>
                <a:cubicBezTo>
                  <a:pt x="976158" y="757638"/>
                  <a:pt x="757638" y="976158"/>
                  <a:pt x="488079" y="976158"/>
                </a:cubicBezTo>
                <a:cubicBezTo>
                  <a:pt x="218520" y="976158"/>
                  <a:pt x="0" y="757638"/>
                  <a:pt x="0" y="488079"/>
                </a:cubicBezTo>
                <a:cubicBezTo>
                  <a:pt x="0" y="218520"/>
                  <a:pt x="218520" y="0"/>
                  <a:pt x="488079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10477501" y="5348442"/>
            <a:ext cx="976158" cy="976158"/>
          </a:xfrm>
          <a:custGeom>
            <a:avLst/>
            <a:gdLst>
              <a:gd name="connsiteX0" fmla="*/ 488079 w 976158"/>
              <a:gd name="connsiteY0" fmla="*/ 0 h 976158"/>
              <a:gd name="connsiteX1" fmla="*/ 976158 w 976158"/>
              <a:gd name="connsiteY1" fmla="*/ 488079 h 976158"/>
              <a:gd name="connsiteX2" fmla="*/ 488079 w 976158"/>
              <a:gd name="connsiteY2" fmla="*/ 976158 h 976158"/>
              <a:gd name="connsiteX3" fmla="*/ 0 w 976158"/>
              <a:gd name="connsiteY3" fmla="*/ 488079 h 976158"/>
              <a:gd name="connsiteX4" fmla="*/ 488079 w 976158"/>
              <a:gd name="connsiteY4" fmla="*/ 0 h 97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6158" h="976158">
                <a:moveTo>
                  <a:pt x="488079" y="0"/>
                </a:moveTo>
                <a:cubicBezTo>
                  <a:pt x="757638" y="0"/>
                  <a:pt x="976158" y="218520"/>
                  <a:pt x="976158" y="488079"/>
                </a:cubicBezTo>
                <a:cubicBezTo>
                  <a:pt x="976158" y="757638"/>
                  <a:pt x="757638" y="976158"/>
                  <a:pt x="488079" y="976158"/>
                </a:cubicBezTo>
                <a:cubicBezTo>
                  <a:pt x="218520" y="976158"/>
                  <a:pt x="0" y="757638"/>
                  <a:pt x="0" y="488079"/>
                </a:cubicBezTo>
                <a:cubicBezTo>
                  <a:pt x="0" y="218520"/>
                  <a:pt x="218520" y="0"/>
                  <a:pt x="488079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43480-8629-C005-5D21-B0764EED233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F405A15B-76A7-4BFD-B757-3BFD5D5EBD36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08166-D0FD-5953-8BA1-4CE55B5C37B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9048E-79A7-B4AF-21FC-FAE35CC6B4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85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4000500" y="6012180"/>
            <a:ext cx="3848100" cy="1224976"/>
          </a:xfrm>
          <a:custGeom>
            <a:avLst/>
            <a:gdLst>
              <a:gd name="connsiteX0" fmla="*/ 0 w 3848100"/>
              <a:gd name="connsiteY0" fmla="*/ 0 h 1224976"/>
              <a:gd name="connsiteX1" fmla="*/ 3848100 w 3848100"/>
              <a:gd name="connsiteY1" fmla="*/ 0 h 1224976"/>
              <a:gd name="connsiteX2" fmla="*/ 3848100 w 3848100"/>
              <a:gd name="connsiteY2" fmla="*/ 1224976 h 1224976"/>
              <a:gd name="connsiteX3" fmla="*/ 0 w 3848100"/>
              <a:gd name="connsiteY3" fmla="*/ 1224976 h 1224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8100" h="1224976">
                <a:moveTo>
                  <a:pt x="0" y="0"/>
                </a:moveTo>
                <a:lnTo>
                  <a:pt x="3848100" y="0"/>
                </a:lnTo>
                <a:lnTo>
                  <a:pt x="3848100" y="1224976"/>
                </a:lnTo>
                <a:lnTo>
                  <a:pt x="0" y="122497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81739-5114-1EB3-C41D-6ACAC4BC310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CEF3F8-7476-4F24-B2EF-ED10CBDECB96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CB8BC-9104-4135-146E-1AA85AA8392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B7A35-334C-F85B-28CD-F29C3766300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/>
          <a:p>
            <a:fld id="{6B2CAD5B-A750-4385-A5EC-9E73409205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31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4">
          <p15:clr>
            <a:srgbClr val="FBAE40"/>
          </p15:clr>
        </p15:guide>
        <p15:guide id="2" pos="1176">
          <p15:clr>
            <a:srgbClr val="FBAE40"/>
          </p15:clr>
        </p15:guide>
        <p15:guide id="3" pos="10392">
          <p15:clr>
            <a:srgbClr val="FBAE40"/>
          </p15:clr>
        </p15:guide>
        <p15:guide id="4" pos="6600">
          <p15:clr>
            <a:srgbClr val="FBAE40"/>
          </p15:clr>
        </p15:guide>
        <p15:guide id="5" pos="4944">
          <p15:clr>
            <a:srgbClr val="FBAE40"/>
          </p15:clr>
        </p15:guide>
        <p15:guide id="6" orient="horz" pos="936">
          <p15:clr>
            <a:srgbClr val="FBAE40"/>
          </p15:clr>
        </p15:guide>
        <p15:guide id="7" orient="horz" pos="213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287EF54-B803-2361-B251-A8247B345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3D19E-258A-4F33-8F76-B97C6CFF08F5}" type="datetime4">
              <a:rPr lang="en-US" smtClean="0"/>
              <a:t>February 12,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7EE2747-6352-0AC8-B983-7CBA133FC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Applied Robotics &amp; AI Solutions (ARAS) | K. N. </a:t>
            </a:r>
            <a:r>
              <a:rPr lang="en-US" dirty="0" err="1"/>
              <a:t>Toosi</a:t>
            </a:r>
            <a:r>
              <a:rPr lang="en-US" dirty="0"/>
              <a:t> Univ. of Tech.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2852CF8-5772-528C-DE58-40690441D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Page </a:t>
            </a:r>
            <a:fld id="{F125FFD0-50B0-4217-9CAC-5D904EA919D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7CC2B0-8E49-9A84-948D-BC712959C257}"/>
              </a:ext>
            </a:extLst>
          </p:cNvPr>
          <p:cNvPicPr>
            <a:picLocks noChangeAspect="1"/>
          </p:cNvPicPr>
          <p:nvPr userDrawn="1"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5001592" y="311406"/>
            <a:ext cx="3061346" cy="89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4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5" r:id="rId2"/>
    <p:sldLayoutId id="2147483674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  <p:sldLayoutId id="2147483703" r:id="rId28"/>
    <p:sldLayoutId id="2147483704" r:id="rId29"/>
    <p:sldLayoutId id="2147483705" r:id="rId30"/>
    <p:sldLayoutId id="2147483706" r:id="rId31"/>
    <p:sldLayoutId id="2147483707" r:id="rId32"/>
    <p:sldLayoutId id="2147483708" r:id="rId33"/>
    <p:sldLayoutId id="2147483709" r:id="rId34"/>
    <p:sldLayoutId id="2147483710" r:id="rId35"/>
    <p:sldLayoutId id="2147483711" r:id="rId36"/>
    <p:sldLayoutId id="2147483712" r:id="rId37"/>
    <p:sldLayoutId id="2147483713" r:id="rId38"/>
    <p:sldLayoutId id="2147483714" r:id="rId39"/>
    <p:sldLayoutId id="2147483715" r:id="rId40"/>
    <p:sldLayoutId id="2147483716" r:id="rId41"/>
    <p:sldLayoutId id="2147483717" r:id="rId42"/>
    <p:sldLayoutId id="2147483718" r:id="rId43"/>
    <p:sldLayoutId id="2147483719" r:id="rId44"/>
    <p:sldLayoutId id="2147483720" r:id="rId45"/>
    <p:sldLayoutId id="2147483721" r:id="rId46"/>
    <p:sldLayoutId id="2147483722" r:id="rId47"/>
    <p:sldLayoutId id="2147483723" r:id="rId48"/>
    <p:sldLayoutId id="2147483724" r:id="rId49"/>
    <p:sldLayoutId id="2147483725" r:id="rId50"/>
    <p:sldLayoutId id="2147483726" r:id="rId51"/>
    <p:sldLayoutId id="2147483727" r:id="rId52"/>
    <p:sldLayoutId id="2147483728" r:id="rId53"/>
    <p:sldLayoutId id="2147483729" r:id="rId54"/>
    <p:sldLayoutId id="2147483730" r:id="rId55"/>
    <p:sldLayoutId id="2147483731" r:id="rId56"/>
    <p:sldLayoutId id="2147483732" r:id="rId57"/>
    <p:sldLayoutId id="2147483733" r:id="rId58"/>
    <p:sldLayoutId id="2147483734" r:id="rId59"/>
    <p:sldLayoutId id="2147483735" r:id="rId60"/>
    <p:sldLayoutId id="2147483736" r:id="rId6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0">
          <p15:clr>
            <a:srgbClr val="F26B43"/>
          </p15:clr>
        </p15:guide>
        <p15:guide id="2" orient="horz" pos="3240">
          <p15:clr>
            <a:srgbClr val="F26B43"/>
          </p15:clr>
        </p15:guide>
        <p15:guide id="3" orient="horz" pos="519">
          <p15:clr>
            <a:srgbClr val="F26B43"/>
          </p15:clr>
        </p15:guide>
        <p15:guide id="4" pos="521">
          <p15:clr>
            <a:srgbClr val="F26B43"/>
          </p15:clr>
        </p15:guide>
        <p15:guide id="5" orient="horz" pos="5961">
          <p15:clr>
            <a:srgbClr val="F26B43"/>
          </p15:clr>
        </p15:guide>
        <p15:guide id="6" pos="110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09D44F3-74AD-79B7-8363-EC4E1DA5FA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E7B354-83DD-B1C3-CF8E-ACEA622D207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</p:spPr>
        <p:txBody>
          <a:bodyPr/>
          <a:lstStyle/>
          <a:p>
            <a:fld id="{07609E00-B626-40C3-9796-8496FE3AD117}" type="datetime4">
              <a:rPr lang="en-US" smtClean="0"/>
              <a:t>February 12,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E1FE0-86BA-47C8-BEBB-18C35FDCC2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</p:spPr>
        <p:txBody>
          <a:bodyPr/>
          <a:lstStyle/>
          <a:p>
            <a:r>
              <a:rPr lang="en-US" dirty="0"/>
              <a:t>Applied Robotics &amp; AI Solutions (ARAS) | K. N. </a:t>
            </a:r>
            <a:r>
              <a:rPr lang="en-US" dirty="0" err="1"/>
              <a:t>Toosi</a:t>
            </a:r>
            <a:r>
              <a:rPr lang="en-US" dirty="0"/>
              <a:t> Univ. of Tech.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286EF-ED72-4D22-9C3E-0C406B9B8A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6B2CAD5B-A750-4385-A5EC-9E734092058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9" name="Freeform 18"/>
          <p:cNvSpPr/>
          <p:nvPr/>
        </p:nvSpPr>
        <p:spPr>
          <a:xfrm flipV="1">
            <a:off x="0" y="0"/>
            <a:ext cx="13274439" cy="10287000"/>
          </a:xfrm>
          <a:custGeom>
            <a:avLst/>
            <a:gdLst>
              <a:gd name="connsiteX0" fmla="*/ 0 w 13274439"/>
              <a:gd name="connsiteY0" fmla="*/ 0 h 10287000"/>
              <a:gd name="connsiteX1" fmla="*/ 1179873 w 13274439"/>
              <a:gd name="connsiteY1" fmla="*/ 0 h 10287000"/>
              <a:gd name="connsiteX2" fmla="*/ 1634612 w 13274439"/>
              <a:gd name="connsiteY2" fmla="*/ 0 h 10287000"/>
              <a:gd name="connsiteX3" fmla="*/ 7335238 w 13274439"/>
              <a:gd name="connsiteY3" fmla="*/ 0 h 10287000"/>
              <a:gd name="connsiteX4" fmla="*/ 13274439 w 13274439"/>
              <a:gd name="connsiteY4" fmla="*/ 10287000 h 10287000"/>
              <a:gd name="connsiteX5" fmla="*/ 1634612 w 13274439"/>
              <a:gd name="connsiteY5" fmla="*/ 10287000 h 10287000"/>
              <a:gd name="connsiteX6" fmla="*/ 1179873 w 13274439"/>
              <a:gd name="connsiteY6" fmla="*/ 10287000 h 10287000"/>
              <a:gd name="connsiteX7" fmla="*/ 0 w 13274439"/>
              <a:gd name="connsiteY7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74439" h="10287000">
                <a:moveTo>
                  <a:pt x="0" y="0"/>
                </a:moveTo>
                <a:lnTo>
                  <a:pt x="1179873" y="0"/>
                </a:lnTo>
                <a:lnTo>
                  <a:pt x="1634612" y="0"/>
                </a:lnTo>
                <a:lnTo>
                  <a:pt x="7335238" y="0"/>
                </a:lnTo>
                <a:lnTo>
                  <a:pt x="13274439" y="10287000"/>
                </a:lnTo>
                <a:lnTo>
                  <a:pt x="1634612" y="10287000"/>
                </a:lnTo>
                <a:lnTo>
                  <a:pt x="1179873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1647600" y="3647555"/>
            <a:ext cx="7743143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Course:</a:t>
            </a:r>
            <a:r>
              <a:rPr lang="en-US" sz="2400" dirty="0"/>
              <a:t> Fundamentals of Intelligent Systems</a:t>
            </a:r>
            <a:endParaRPr lang="en-US" altLang="zh-CN" sz="2400" spc="300" dirty="0">
              <a:solidFill>
                <a:schemeClr val="bg1"/>
              </a:solidFill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spcBef>
                <a:spcPts val="1800"/>
              </a:spcBef>
            </a:pPr>
            <a:r>
              <a:rPr lang="en-US" sz="2800" b="1" dirty="0"/>
              <a:t>Project Title:</a:t>
            </a:r>
            <a:r>
              <a:rPr lang="en-US" sz="2800" dirty="0"/>
              <a:t> Heart Disease Diagnosis using Machine Learning Pipeline</a:t>
            </a:r>
            <a:endParaRPr lang="en-US" altLang="zh-CN" sz="8000" dirty="0">
              <a:solidFill>
                <a:schemeClr val="bg1"/>
              </a:solidFill>
              <a:latin typeface="+mj-lt"/>
              <a:ea typeface="Roboto Condensed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647601" y="6459154"/>
            <a:ext cx="5073404" cy="80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buSzPct val="50000"/>
            </a:pPr>
            <a:r>
              <a:rPr lang="en-US" sz="2000" b="1" dirty="0"/>
              <a:t>Students:</a:t>
            </a:r>
            <a:r>
              <a:rPr lang="en-US" sz="2000" dirty="0"/>
              <a:t> Ali </a:t>
            </a:r>
            <a:r>
              <a:rPr lang="en-US" sz="2000" dirty="0" err="1"/>
              <a:t>Soltani</a:t>
            </a:r>
            <a:r>
              <a:rPr lang="en-US" sz="2000" dirty="0"/>
              <a:t> &amp; </a:t>
            </a:r>
            <a:r>
              <a:rPr lang="en-US" sz="2000" dirty="0" err="1"/>
              <a:t>Seyed</a:t>
            </a:r>
            <a:r>
              <a:rPr lang="en-US" sz="2000" dirty="0"/>
              <a:t> Mohammadreza Hosseini</a:t>
            </a:r>
            <a:endParaRPr lang="es-ES" altLang="zh-CN" sz="2000" dirty="0">
              <a:solidFill>
                <a:schemeClr val="bg1">
                  <a:alpha val="70000"/>
                </a:schemeClr>
              </a:solidFill>
              <a:ea typeface="Roboto Light" panose="02000000000000000000" pitchFamily="2" charset="0"/>
              <a:cs typeface="Lato Thin" panose="020F0502020204030203" pitchFamily="34" charset="0"/>
            </a:endParaRPr>
          </a:p>
        </p:txBody>
      </p:sp>
      <p:sp>
        <p:nvSpPr>
          <p:cNvPr id="24" name="Freeform 23"/>
          <p:cNvSpPr/>
          <p:nvPr/>
        </p:nvSpPr>
        <p:spPr>
          <a:xfrm flipV="1">
            <a:off x="9212017" y="0"/>
            <a:ext cx="5073404" cy="6459154"/>
          </a:xfrm>
          <a:custGeom>
            <a:avLst/>
            <a:gdLst>
              <a:gd name="connsiteX0" fmla="*/ 5939202 w 8080022"/>
              <a:gd name="connsiteY0" fmla="*/ 10287000 h 10287000"/>
              <a:gd name="connsiteX1" fmla="*/ 8080022 w 8080022"/>
              <a:gd name="connsiteY1" fmla="*/ 10287000 h 10287000"/>
              <a:gd name="connsiteX2" fmla="*/ 2140821 w 8080022"/>
              <a:gd name="connsiteY2" fmla="*/ 0 h 10287000"/>
              <a:gd name="connsiteX3" fmla="*/ 0 w 8080022"/>
              <a:gd name="connsiteY3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0022" h="10287000">
                <a:moveTo>
                  <a:pt x="5939202" y="10287000"/>
                </a:moveTo>
                <a:lnTo>
                  <a:pt x="8080022" y="10287000"/>
                </a:lnTo>
                <a:lnTo>
                  <a:pt x="214082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92A46D-D217-41A3-9526-4544CE01F2A3}"/>
              </a:ext>
            </a:extLst>
          </p:cNvPr>
          <p:cNvSpPr txBox="1"/>
          <p:nvPr/>
        </p:nvSpPr>
        <p:spPr>
          <a:xfrm>
            <a:off x="1647600" y="8031892"/>
            <a:ext cx="5073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Supervisor:</a:t>
            </a:r>
            <a:r>
              <a:rPr lang="en-US" sz="2000" dirty="0"/>
              <a:t> Dr. </a:t>
            </a:r>
            <a:r>
              <a:rPr lang="en-US" sz="2000" dirty="0" err="1"/>
              <a:t>Aliyari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5566477"/>
      </p:ext>
    </p:extLst>
  </p:cSld>
  <p:clrMapOvr>
    <a:masterClrMapping/>
  </p:clrMapOvr>
  <p:transition spd="slow">
    <p:push dir="u"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2" fill="hold" grpId="0" nodeType="afterEffect" p14:presetBounceEnd="59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9000">
                                          <p:cBhvr additive="base">
                                            <p:cTn id="12" dur="1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9000">
                                          <p:cBhvr additive="base">
                                            <p:cTn id="13" dur="1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15" presetID="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16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to="" calcmode="lin" valueType="num">
                                          <p:cBhvr>
                                            <p:cTn id="17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-#ppt_w*1.2*((1.5-1.5*$)^3-(1.5-1.5*$)^2)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"/>
                                              </p:val>
                                            </p:tav>
                                          </p:tavLst>
                                        </p:anim>
                                        <p:anim to="" calcmode="lin" valueType="num">
                                          <p:cBhvr>
                                            <p:cTn id="18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 fmla="#ppt_h/2*($)^6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50000" fmla="#ppt_h-#ppt_h/2*(2-$)^6">
                                              <p:val>
                                                <p:strVal val="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2"/>
                                              </p:val>
                                            </p:tav>
                                          </p:tavLst>
                                        </p:anim>
                                        <p:anim to="" calcmode="lin" valueType="num">
                                          <p:cBhvr>
                                            <p:cTn id="19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 fmla="#ppt_w/2*($)^6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50000" fmla="#ppt_w-#ppt_w/2*(2-$)^6">
                                              <p:val>
                                                <p:strVal val="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2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6450"/>
                                </p:stCondLst>
                                <p:childTnLst>
                                  <p:par>
                                    <p:cTn id="2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20" grpId="0"/>
          <p:bldP spid="21" grpId="0"/>
          <p:bldP spid="24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1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1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2250"/>
                                </p:stCondLst>
                                <p:childTnLst>
                                  <p:par>
                                    <p:cTn id="15" presetID="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16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to="" calcmode="lin" valueType="num">
                                          <p:cBhvr>
                                            <p:cTn id="17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-#ppt_w*1.2*((1.5-1.5*$)^3-(1.5-1.5*$)^2)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"/>
                                              </p:val>
                                            </p:tav>
                                          </p:tavLst>
                                        </p:anim>
                                        <p:anim to="" calcmode="lin" valueType="num">
                                          <p:cBhvr>
                                            <p:cTn id="18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 fmla="#ppt_h/2*($)^6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50000" fmla="#ppt_h-#ppt_h/2*(2-$)^6">
                                              <p:val>
                                                <p:strVal val="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2"/>
                                              </p:val>
                                            </p:tav>
                                          </p:tavLst>
                                        </p:anim>
                                        <p:anim to="" calcmode="lin" valueType="num">
                                          <p:cBhvr>
                                            <p:cTn id="19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 fmla="#ppt_w/2*($)^6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50000" fmla="#ppt_w-#ppt_w/2*(2-$)^6">
                                              <p:val>
                                                <p:strVal val="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2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6450"/>
                                </p:stCondLst>
                                <p:childTnLst>
                                  <p:par>
                                    <p:cTn id="21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20" grpId="0"/>
          <p:bldP spid="21" grpId="0"/>
          <p:bldP spid="24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A72D398-3B37-204A-BE4E-80B85762911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257300" y="9534525"/>
            <a:ext cx="4114800" cy="547688"/>
          </a:xfrm>
        </p:spPr>
        <p:txBody>
          <a:bodyPr/>
          <a:lstStyle/>
          <a:p>
            <a:fld id="{AC90F57A-7EB9-4E96-BD92-FD41174015A2}" type="datetime4">
              <a:rPr lang="en-US" smtClean="0"/>
              <a:t>February 12,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93311AC-FE81-04AA-202B-694B663DCDB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57900" y="9534525"/>
            <a:ext cx="6172200" cy="547688"/>
          </a:xfrm>
        </p:spPr>
        <p:txBody>
          <a:bodyPr/>
          <a:lstStyle/>
          <a:p>
            <a:r>
              <a:rPr lang="en-US" dirty="0"/>
              <a:t>Applied Robotics &amp; AI Solutions (ARAS) | K. N. </a:t>
            </a:r>
            <a:r>
              <a:rPr lang="en-US" dirty="0" err="1"/>
              <a:t>Toosi</a:t>
            </a:r>
            <a:r>
              <a:rPr lang="en-US" dirty="0"/>
              <a:t> Univ. of Tech.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D6CB5C4-6DFF-63FC-948E-E5361F08DC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915900" y="9534525"/>
            <a:ext cx="4114800" cy="547688"/>
          </a:xfrm>
        </p:spPr>
        <p:txBody>
          <a:bodyPr/>
          <a:lstStyle/>
          <a:p>
            <a:fld id="{6B2CAD5B-A750-4385-A5EC-9E734092058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reeform 5"/>
          <p:cNvSpPr/>
          <p:nvPr/>
        </p:nvSpPr>
        <p:spPr>
          <a:xfrm flipV="1">
            <a:off x="0" y="3927004"/>
            <a:ext cx="5073404" cy="6459154"/>
          </a:xfrm>
          <a:custGeom>
            <a:avLst/>
            <a:gdLst>
              <a:gd name="connsiteX0" fmla="*/ 5939202 w 8080022"/>
              <a:gd name="connsiteY0" fmla="*/ 10287000 h 10287000"/>
              <a:gd name="connsiteX1" fmla="*/ 8080022 w 8080022"/>
              <a:gd name="connsiteY1" fmla="*/ 10287000 h 10287000"/>
              <a:gd name="connsiteX2" fmla="*/ 2140821 w 8080022"/>
              <a:gd name="connsiteY2" fmla="*/ 0 h 10287000"/>
              <a:gd name="connsiteX3" fmla="*/ 0 w 8080022"/>
              <a:gd name="connsiteY3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0022" h="10287000">
                <a:moveTo>
                  <a:pt x="5939202" y="10287000"/>
                </a:moveTo>
                <a:lnTo>
                  <a:pt x="8080022" y="10287000"/>
                </a:lnTo>
                <a:lnTo>
                  <a:pt x="214082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073363" y="2911341"/>
            <a:ext cx="44158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" panose="02000000000000000000" pitchFamily="2" charset="0"/>
                <a:cs typeface="Lato" panose="020F0502020204030203" pitchFamily="34" charset="0"/>
              </a:rPr>
              <a:t>Overview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836A78-223F-4304-B471-53389136FE45}"/>
              </a:ext>
            </a:extLst>
          </p:cNvPr>
          <p:cNvSpPr txBox="1"/>
          <p:nvPr/>
        </p:nvSpPr>
        <p:spPr>
          <a:xfrm>
            <a:off x="6057900" y="4465291"/>
            <a:ext cx="10351873" cy="561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800" dirty="0"/>
              <a:t>Introduction &amp; Motivation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800" dirty="0"/>
              <a:t>Dataset Overview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800" dirty="0"/>
              <a:t>Data Preprocessing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800" dirty="0"/>
              <a:t>Model Selection &amp; Training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Impact of Dimensionality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Model Performance Comparison</a:t>
            </a:r>
          </a:p>
          <a:p>
            <a:pPr>
              <a:spcBef>
                <a:spcPts val="1200"/>
              </a:spcBef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7. Confusion Matrix Analysis</a:t>
            </a:r>
          </a:p>
          <a:p>
            <a:pPr>
              <a:spcBef>
                <a:spcPts val="1200"/>
              </a:spcBef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8. Feature Importance</a:t>
            </a:r>
          </a:p>
          <a:p>
            <a:pPr>
              <a:spcBef>
                <a:spcPts val="1200"/>
              </a:spcBef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ea typeface="Lato Light" panose="020F0502020204030203" pitchFamily="34" charset="0"/>
                <a:cs typeface="Lato Light" panose="020F0502020204030203" pitchFamily="34" charset="0"/>
              </a:rPr>
              <a:t>10. Conclusion &amp; Future 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144294"/>
      </p:ext>
    </p:extLst>
  </p:cSld>
  <p:clrMapOvr>
    <a:masterClrMapping/>
  </p:clrMapOvr>
  <p:transition spd="slow">
    <p:push dir="u"/>
  </p:transition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59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9000">
                                          <p:cBhvr additive="base">
                                            <p:cTn id="7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9000">
                                          <p:cBhvr additive="base">
                                            <p:cTn id="8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0" presetID="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11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to="" calcmode="lin" valueType="num">
                                          <p:cBhvr>
                                            <p:cTn id="12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-#ppt_w*1.2*((1.5-1.5*$)^3-(1.5-1.5*$)^2)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"/>
                                              </p:val>
                                            </p:tav>
                                          </p:tavLst>
                                        </p:anim>
                                        <p:anim to="" calcmode="lin" valueType="num">
                                          <p:cBhvr>
                                            <p:cTn id="13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 fmla="#ppt_h/2*($)^6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50000" fmla="#ppt_h-#ppt_h/2*(2-$)^6">
                                              <p:val>
                                                <p:strVal val="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2"/>
                                              </p:val>
                                            </p:tav>
                                          </p:tavLst>
                                        </p:anim>
                                        <p:anim to="" calcmode="lin" valueType="num">
                                          <p:cBhvr>
                                            <p:cTn id="14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 fmla="#ppt_w/2*($)^6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50000" fmla="#ppt_w-#ppt_w/2*(2-$)^6">
                                              <p:val>
                                                <p:strVal val="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2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0" presetID="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11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to="" calcmode="lin" valueType="num">
                                          <p:cBhvr>
                                            <p:cTn id="12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-#ppt_w*1.2*((1.5-1.5*$)^3-(1.5-1.5*$)^2)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"/>
                                              </p:val>
                                            </p:tav>
                                          </p:tavLst>
                                        </p:anim>
                                        <p:anim to="" calcmode="lin" valueType="num">
                                          <p:cBhvr>
                                            <p:cTn id="13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 fmla="#ppt_h/2*($)^6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50000" fmla="#ppt_h-#ppt_h/2*(2-$)^6">
                                              <p:val>
                                                <p:strVal val="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2"/>
                                              </p:val>
                                            </p:tav>
                                          </p:tavLst>
                                        </p:anim>
                                        <p:anim to="" calcmode="lin" valueType="num">
                                          <p:cBhvr>
                                            <p:cTn id="14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 fmla="#ppt_w/2*($)^6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50000" fmla="#ppt_w-#ppt_w/2*(2-$)^6">
                                              <p:val>
                                                <p:strVal val="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2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2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33C770-14FC-F741-BCEE-048D7E450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4" name="Freeform 23"/>
          <p:cNvSpPr/>
          <p:nvPr/>
        </p:nvSpPr>
        <p:spPr>
          <a:xfrm flipV="1">
            <a:off x="9241511" y="0"/>
            <a:ext cx="5073404" cy="6459154"/>
          </a:xfrm>
          <a:custGeom>
            <a:avLst/>
            <a:gdLst>
              <a:gd name="connsiteX0" fmla="*/ 5939202 w 8080022"/>
              <a:gd name="connsiteY0" fmla="*/ 10287000 h 10287000"/>
              <a:gd name="connsiteX1" fmla="*/ 8080022 w 8080022"/>
              <a:gd name="connsiteY1" fmla="*/ 10287000 h 10287000"/>
              <a:gd name="connsiteX2" fmla="*/ 2140821 w 8080022"/>
              <a:gd name="connsiteY2" fmla="*/ 0 h 10287000"/>
              <a:gd name="connsiteX3" fmla="*/ 0 w 8080022"/>
              <a:gd name="connsiteY3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0022" h="10287000">
                <a:moveTo>
                  <a:pt x="5939202" y="10287000"/>
                </a:moveTo>
                <a:lnTo>
                  <a:pt x="8080022" y="10287000"/>
                </a:lnTo>
                <a:lnTo>
                  <a:pt x="214082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257300" y="1701475"/>
            <a:ext cx="54602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000" spc="300" dirty="0">
                <a:solidFill>
                  <a:schemeClr val="bg1">
                    <a:lumMod val="65000"/>
                  </a:schemeClr>
                </a:solidFill>
                <a:ea typeface="Roboto" panose="02000000000000000000" pitchFamily="2" charset="0"/>
                <a:cs typeface="Lato" panose="020F0502020204030203" pitchFamily="34" charset="0"/>
              </a:rPr>
              <a:t>ARAS</a:t>
            </a:r>
          </a:p>
          <a:p>
            <a:pPr>
              <a:spcBef>
                <a:spcPts val="600"/>
              </a:spcBef>
            </a:pPr>
            <a:r>
              <a:rPr lang="en-US" sz="3600" dirty="0"/>
              <a:t>Introduction &amp; Motivation</a:t>
            </a:r>
          </a:p>
          <a:p>
            <a:pPr>
              <a:spcBef>
                <a:spcPts val="600"/>
              </a:spcBef>
            </a:pPr>
            <a:endParaRPr lang="en-US" altLang="zh-CN" sz="60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164D8-C298-A5F3-BE81-9E37FE9F0B6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9DB2893-BBDA-4375-A48F-FE9C1021C244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110BD-EF6A-F724-8FAA-83B29B8F93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Applied Robotics &amp; AI Solutions (ARAS) | K. N. </a:t>
            </a:r>
            <a:r>
              <a:rPr lang="en-US" dirty="0" err="1"/>
              <a:t>Toosi</a:t>
            </a:r>
            <a:r>
              <a:rPr lang="en-US" dirty="0"/>
              <a:t> Univ. of Tech.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C7E0A-4700-C90F-8DDB-3FF77C914A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B2CAD5B-A750-4385-A5EC-9E734092058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327950-1E49-41D3-A6B9-94681C0CB776}"/>
              </a:ext>
            </a:extLst>
          </p:cNvPr>
          <p:cNvSpPr txBox="1"/>
          <p:nvPr/>
        </p:nvSpPr>
        <p:spPr>
          <a:xfrm>
            <a:off x="563671" y="4121063"/>
            <a:ext cx="574944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Problem: Cardiovascular diseases (CVDs) are the leading cause of global mortality.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E9326-4FDC-4CC1-A027-4A28B61C8EDE}"/>
              </a:ext>
            </a:extLst>
          </p:cNvPr>
          <p:cNvSpPr txBox="1"/>
          <p:nvPr/>
        </p:nvSpPr>
        <p:spPr>
          <a:xfrm>
            <a:off x="671405" y="5789740"/>
            <a:ext cx="538149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Objective: Developing a robust machine learning pipeline for early detection.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EACBA6-4E26-4C7C-ADE3-E5B507CB9E6E}"/>
              </a:ext>
            </a:extLst>
          </p:cNvPr>
          <p:cNvSpPr txBox="1"/>
          <p:nvPr/>
        </p:nvSpPr>
        <p:spPr>
          <a:xfrm>
            <a:off x="671405" y="7470943"/>
            <a:ext cx="554903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Focus: Minimizing False Negative (Recall) to ensure patient safety in clinical settings.</a:t>
            </a:r>
          </a:p>
        </p:txBody>
      </p:sp>
    </p:spTree>
    <p:extLst>
      <p:ext uri="{BB962C8B-B14F-4D97-AF65-F5344CB8AC3E}">
        <p14:creationId xmlns:p14="http://schemas.microsoft.com/office/powerpoint/2010/main" val="275677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59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9000">
                                          <p:cBhvr additive="base">
                                            <p:cTn id="7" dur="1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9000">
                                          <p:cBhvr additive="base">
                                            <p:cTn id="8" dur="1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0" presetID="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11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to="" calcmode="lin" valueType="num">
                                          <p:cBhvr>
                                            <p:cTn id="12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-#ppt_w*1.2*((1.5-1.5*$)^3-(1.5-1.5*$)^2)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"/>
                                              </p:val>
                                            </p:tav>
                                          </p:tavLst>
                                        </p:anim>
                                        <p:anim to="" calcmode="lin" valueType="num">
                                          <p:cBhvr>
                                            <p:cTn id="13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 fmla="#ppt_h/2*($)^6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50000" fmla="#ppt_h-#ppt_h/2*(2-$)^6">
                                              <p:val>
                                                <p:strVal val="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2"/>
                                              </p:val>
                                            </p:tav>
                                          </p:tavLst>
                                        </p:anim>
                                        <p:anim to="" calcmode="lin" valueType="num">
                                          <p:cBhvr>
                                            <p:cTn id="14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 fmla="#ppt_w/2*($)^6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50000" fmla="#ppt_w-#ppt_w/2*(2-$)^6">
                                              <p:val>
                                                <p:strVal val="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2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8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10" presetID="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11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to="" calcmode="lin" valueType="num">
                                          <p:cBhvr>
                                            <p:cTn id="12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-#ppt_w*1.2*((1.5-1.5*$)^3-(1.5-1.5*$)^2)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"/>
                                              </p:val>
                                            </p:tav>
                                          </p:tavLst>
                                        </p:anim>
                                        <p:anim to="" calcmode="lin" valueType="num">
                                          <p:cBhvr>
                                            <p:cTn id="13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 fmla="#ppt_h/2*($)^6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50000" fmla="#ppt_h-#ppt_h/2*(2-$)^6">
                                              <p:val>
                                                <p:strVal val="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2"/>
                                              </p:val>
                                            </p:tav>
                                          </p:tavLst>
                                        </p:anim>
                                        <p:anim to="" calcmode="lin" valueType="num">
                                          <p:cBhvr>
                                            <p:cTn id="14" dur="7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 fmla="#ppt_w/2*($)^6">
                                              <p:val>
                                                <p:strVal val="0"/>
                                              </p:val>
                                            </p:tav>
                                            <p:tav tm="50000" fmla="#ppt_w-#ppt_w/2*(2-$)^6">
                                              <p:val>
                                                <p:strVal val="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2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4" grpId="0" animBg="1"/>
          <p:bldP spid="28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Rectangle 2"/>
          <p:cNvSpPr/>
          <p:nvPr/>
        </p:nvSpPr>
        <p:spPr>
          <a:xfrm>
            <a:off x="-1" y="0"/>
            <a:ext cx="18288001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8"/>
          <p:cNvSpPr/>
          <p:nvPr/>
        </p:nvSpPr>
        <p:spPr>
          <a:xfrm>
            <a:off x="1777692" y="7867522"/>
            <a:ext cx="9936257" cy="299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endParaRPr lang="es-ES" altLang="zh-CN" sz="1200" dirty="0">
              <a:solidFill>
                <a:schemeClr val="bg1">
                  <a:alpha val="60000"/>
                </a:schemeClr>
              </a:solidFill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3" name="Freeform 12"/>
          <p:cNvSpPr/>
          <p:nvPr/>
        </p:nvSpPr>
        <p:spPr>
          <a:xfrm flipV="1">
            <a:off x="0" y="0"/>
            <a:ext cx="3596517" cy="6229351"/>
          </a:xfrm>
          <a:custGeom>
            <a:avLst/>
            <a:gdLst>
              <a:gd name="connsiteX0" fmla="*/ 0 w 4972151"/>
              <a:gd name="connsiteY0" fmla="*/ 8612019 h 8612019"/>
              <a:gd name="connsiteX1" fmla="*/ 1179873 w 4972151"/>
              <a:gd name="connsiteY1" fmla="*/ 8612019 h 8612019"/>
              <a:gd name="connsiteX2" fmla="*/ 1634612 w 4972151"/>
              <a:gd name="connsiteY2" fmla="*/ 8612019 h 8612019"/>
              <a:gd name="connsiteX3" fmla="*/ 4972151 w 4972151"/>
              <a:gd name="connsiteY3" fmla="*/ 8612019 h 8612019"/>
              <a:gd name="connsiteX4" fmla="*/ 0 w 4972151"/>
              <a:gd name="connsiteY4" fmla="*/ 0 h 8612019"/>
              <a:gd name="connsiteX5" fmla="*/ 0 w 4972151"/>
              <a:gd name="connsiteY5" fmla="*/ 8612019 h 8612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2151" h="8612019">
                <a:moveTo>
                  <a:pt x="0" y="8612019"/>
                </a:moveTo>
                <a:lnTo>
                  <a:pt x="1179873" y="8612019"/>
                </a:lnTo>
                <a:lnTo>
                  <a:pt x="1634612" y="8612019"/>
                </a:lnTo>
                <a:lnTo>
                  <a:pt x="4972151" y="8612019"/>
                </a:lnTo>
                <a:lnTo>
                  <a:pt x="0" y="0"/>
                </a:lnTo>
                <a:lnTo>
                  <a:pt x="0" y="86120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 13"/>
          <p:cNvSpPr/>
          <p:nvPr/>
        </p:nvSpPr>
        <p:spPr>
          <a:xfrm rot="10800000" flipV="1">
            <a:off x="16865599" y="7823329"/>
            <a:ext cx="1422400" cy="2463669"/>
          </a:xfrm>
          <a:custGeom>
            <a:avLst/>
            <a:gdLst>
              <a:gd name="connsiteX0" fmla="*/ 0 w 4972151"/>
              <a:gd name="connsiteY0" fmla="*/ 8612019 h 8612019"/>
              <a:gd name="connsiteX1" fmla="*/ 1179873 w 4972151"/>
              <a:gd name="connsiteY1" fmla="*/ 8612019 h 8612019"/>
              <a:gd name="connsiteX2" fmla="*/ 1634612 w 4972151"/>
              <a:gd name="connsiteY2" fmla="*/ 8612019 h 8612019"/>
              <a:gd name="connsiteX3" fmla="*/ 4972151 w 4972151"/>
              <a:gd name="connsiteY3" fmla="*/ 8612019 h 8612019"/>
              <a:gd name="connsiteX4" fmla="*/ 0 w 4972151"/>
              <a:gd name="connsiteY4" fmla="*/ 0 h 8612019"/>
              <a:gd name="connsiteX5" fmla="*/ 0 w 4972151"/>
              <a:gd name="connsiteY5" fmla="*/ 8612019 h 8612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2151" h="8612019">
                <a:moveTo>
                  <a:pt x="0" y="8612019"/>
                </a:moveTo>
                <a:lnTo>
                  <a:pt x="1179873" y="8612019"/>
                </a:lnTo>
                <a:lnTo>
                  <a:pt x="1634612" y="8612019"/>
                </a:lnTo>
                <a:lnTo>
                  <a:pt x="4972151" y="8612019"/>
                </a:lnTo>
                <a:lnTo>
                  <a:pt x="0" y="0"/>
                </a:lnTo>
                <a:lnTo>
                  <a:pt x="0" y="86120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51B70-43E2-E8F6-5AE5-1A895CEC469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74C314B-4202-45F3-A020-801E7B86FDA2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55367-00A5-A5C2-D5EF-A7680C2922D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71C07-76F3-2108-5102-AD0E63D0AD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B2CAD5B-A750-4385-A5EC-9E734092058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4C1DDE-DF13-4034-80AD-828D4AE71D33}"/>
              </a:ext>
            </a:extLst>
          </p:cNvPr>
          <p:cNvSpPr txBox="1"/>
          <p:nvPr/>
        </p:nvSpPr>
        <p:spPr>
          <a:xfrm>
            <a:off x="3212757" y="1679275"/>
            <a:ext cx="5016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Dataset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CF8AAF-A070-4E70-BD4B-88CC6E0F0675}"/>
              </a:ext>
            </a:extLst>
          </p:cNvPr>
          <p:cNvSpPr txBox="1"/>
          <p:nvPr/>
        </p:nvSpPr>
        <p:spPr>
          <a:xfrm>
            <a:off x="2891481" y="3361038"/>
            <a:ext cx="5016843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Processed Cleveland Heart Disease Dataset</a:t>
            </a:r>
          </a:p>
          <a:p>
            <a:r>
              <a:rPr lang="en-US" dirty="0"/>
              <a:t>Structure: 1025 samples with 14 clinical attributes</a:t>
            </a:r>
          </a:p>
          <a:p>
            <a:r>
              <a:rPr lang="en-US" dirty="0"/>
              <a:t>Class Balance: Approximately 51% Disease vs. 49% No Disease (Balanced).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FF8539-65A4-4741-AAA0-45366DFCF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6005" y="2852836"/>
            <a:ext cx="8506084" cy="360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3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Rectangle 2"/>
          <p:cNvSpPr/>
          <p:nvPr/>
        </p:nvSpPr>
        <p:spPr>
          <a:xfrm>
            <a:off x="-1" y="0"/>
            <a:ext cx="18288001" cy="10287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8"/>
          <p:cNvSpPr/>
          <p:nvPr/>
        </p:nvSpPr>
        <p:spPr>
          <a:xfrm>
            <a:off x="1777692" y="7867522"/>
            <a:ext cx="9936257" cy="299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endParaRPr lang="es-ES" altLang="zh-CN" sz="1200" dirty="0">
              <a:solidFill>
                <a:schemeClr val="bg1">
                  <a:alpha val="60000"/>
                </a:schemeClr>
              </a:solidFill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3" name="Freeform 12"/>
          <p:cNvSpPr/>
          <p:nvPr/>
        </p:nvSpPr>
        <p:spPr>
          <a:xfrm flipV="1">
            <a:off x="0" y="0"/>
            <a:ext cx="3596517" cy="6229351"/>
          </a:xfrm>
          <a:custGeom>
            <a:avLst/>
            <a:gdLst>
              <a:gd name="connsiteX0" fmla="*/ 0 w 4972151"/>
              <a:gd name="connsiteY0" fmla="*/ 8612019 h 8612019"/>
              <a:gd name="connsiteX1" fmla="*/ 1179873 w 4972151"/>
              <a:gd name="connsiteY1" fmla="*/ 8612019 h 8612019"/>
              <a:gd name="connsiteX2" fmla="*/ 1634612 w 4972151"/>
              <a:gd name="connsiteY2" fmla="*/ 8612019 h 8612019"/>
              <a:gd name="connsiteX3" fmla="*/ 4972151 w 4972151"/>
              <a:gd name="connsiteY3" fmla="*/ 8612019 h 8612019"/>
              <a:gd name="connsiteX4" fmla="*/ 0 w 4972151"/>
              <a:gd name="connsiteY4" fmla="*/ 0 h 8612019"/>
              <a:gd name="connsiteX5" fmla="*/ 0 w 4972151"/>
              <a:gd name="connsiteY5" fmla="*/ 8612019 h 8612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2151" h="8612019">
                <a:moveTo>
                  <a:pt x="0" y="8612019"/>
                </a:moveTo>
                <a:lnTo>
                  <a:pt x="1179873" y="8612019"/>
                </a:lnTo>
                <a:lnTo>
                  <a:pt x="1634612" y="8612019"/>
                </a:lnTo>
                <a:lnTo>
                  <a:pt x="4972151" y="8612019"/>
                </a:lnTo>
                <a:lnTo>
                  <a:pt x="0" y="0"/>
                </a:lnTo>
                <a:lnTo>
                  <a:pt x="0" y="86120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 13"/>
          <p:cNvSpPr/>
          <p:nvPr/>
        </p:nvSpPr>
        <p:spPr>
          <a:xfrm rot="10800000" flipV="1">
            <a:off x="16865599" y="7823329"/>
            <a:ext cx="1422400" cy="2463669"/>
          </a:xfrm>
          <a:custGeom>
            <a:avLst/>
            <a:gdLst>
              <a:gd name="connsiteX0" fmla="*/ 0 w 4972151"/>
              <a:gd name="connsiteY0" fmla="*/ 8612019 h 8612019"/>
              <a:gd name="connsiteX1" fmla="*/ 1179873 w 4972151"/>
              <a:gd name="connsiteY1" fmla="*/ 8612019 h 8612019"/>
              <a:gd name="connsiteX2" fmla="*/ 1634612 w 4972151"/>
              <a:gd name="connsiteY2" fmla="*/ 8612019 h 8612019"/>
              <a:gd name="connsiteX3" fmla="*/ 4972151 w 4972151"/>
              <a:gd name="connsiteY3" fmla="*/ 8612019 h 8612019"/>
              <a:gd name="connsiteX4" fmla="*/ 0 w 4972151"/>
              <a:gd name="connsiteY4" fmla="*/ 0 h 8612019"/>
              <a:gd name="connsiteX5" fmla="*/ 0 w 4972151"/>
              <a:gd name="connsiteY5" fmla="*/ 8612019 h 8612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2151" h="8612019">
                <a:moveTo>
                  <a:pt x="0" y="8612019"/>
                </a:moveTo>
                <a:lnTo>
                  <a:pt x="1179873" y="8612019"/>
                </a:lnTo>
                <a:lnTo>
                  <a:pt x="1634612" y="8612019"/>
                </a:lnTo>
                <a:lnTo>
                  <a:pt x="4972151" y="8612019"/>
                </a:lnTo>
                <a:lnTo>
                  <a:pt x="0" y="0"/>
                </a:lnTo>
                <a:lnTo>
                  <a:pt x="0" y="86120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51B70-43E2-E8F6-5AE5-1A895CEC469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74C314B-4202-45F3-A020-801E7B86FDA2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55367-00A5-A5C2-D5EF-A7680C2922D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71C07-76F3-2108-5102-AD0E63D0AD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B2CAD5B-A750-4385-A5EC-9E734092058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4C1DDE-DF13-4034-80AD-828D4AE71D33}"/>
              </a:ext>
            </a:extLst>
          </p:cNvPr>
          <p:cNvSpPr txBox="1"/>
          <p:nvPr/>
        </p:nvSpPr>
        <p:spPr>
          <a:xfrm>
            <a:off x="3212757" y="1679275"/>
            <a:ext cx="5016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Preprocessing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CF8AAF-A070-4E70-BD4B-88CC6E0F0675}"/>
              </a:ext>
            </a:extLst>
          </p:cNvPr>
          <p:cNvSpPr txBox="1"/>
          <p:nvPr/>
        </p:nvSpPr>
        <p:spPr>
          <a:xfrm>
            <a:off x="2891481" y="3361038"/>
            <a:ext cx="5016843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Cleaning:</a:t>
            </a:r>
            <a:r>
              <a:rPr lang="en-US" dirty="0"/>
              <a:t> Removed duplicate records and verified zero missing values.</a:t>
            </a:r>
          </a:p>
          <a:p>
            <a:r>
              <a:rPr lang="en-US" b="1" dirty="0"/>
              <a:t>Scaling: </a:t>
            </a:r>
            <a:r>
              <a:rPr lang="en-US" dirty="0"/>
              <a:t>Applied </a:t>
            </a:r>
            <a:r>
              <a:rPr lang="en-US" i="1" dirty="0" err="1"/>
              <a:t>StandardScaler</a:t>
            </a:r>
            <a:r>
              <a:rPr lang="en-US" dirty="0"/>
              <a:t> to normalize numerical features for the MLP model.</a:t>
            </a:r>
          </a:p>
          <a:p>
            <a:r>
              <a:rPr lang="en-US" b="1" dirty="0"/>
              <a:t>Dimensionality Reduction:</a:t>
            </a:r>
            <a:r>
              <a:rPr lang="en-US" dirty="0"/>
              <a:t> Explored PCA, LDA, and t-SNE for feature extraction.</a:t>
            </a:r>
          </a:p>
        </p:txBody>
      </p:sp>
    </p:spTree>
    <p:extLst>
      <p:ext uri="{BB962C8B-B14F-4D97-AF65-F5344CB8AC3E}">
        <p14:creationId xmlns:p14="http://schemas.microsoft.com/office/powerpoint/2010/main" val="355267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4" name="Freeform 13"/>
          <p:cNvSpPr/>
          <p:nvPr/>
        </p:nvSpPr>
        <p:spPr>
          <a:xfrm rot="10800000" flipV="1">
            <a:off x="16865599" y="7823329"/>
            <a:ext cx="1422400" cy="2463669"/>
          </a:xfrm>
          <a:custGeom>
            <a:avLst/>
            <a:gdLst>
              <a:gd name="connsiteX0" fmla="*/ 0 w 4972151"/>
              <a:gd name="connsiteY0" fmla="*/ 8612019 h 8612019"/>
              <a:gd name="connsiteX1" fmla="*/ 1179873 w 4972151"/>
              <a:gd name="connsiteY1" fmla="*/ 8612019 h 8612019"/>
              <a:gd name="connsiteX2" fmla="*/ 1634612 w 4972151"/>
              <a:gd name="connsiteY2" fmla="*/ 8612019 h 8612019"/>
              <a:gd name="connsiteX3" fmla="*/ 4972151 w 4972151"/>
              <a:gd name="connsiteY3" fmla="*/ 8612019 h 8612019"/>
              <a:gd name="connsiteX4" fmla="*/ 0 w 4972151"/>
              <a:gd name="connsiteY4" fmla="*/ 0 h 8612019"/>
              <a:gd name="connsiteX5" fmla="*/ 0 w 4972151"/>
              <a:gd name="connsiteY5" fmla="*/ 8612019 h 8612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72151" h="8612019">
                <a:moveTo>
                  <a:pt x="0" y="8612019"/>
                </a:moveTo>
                <a:lnTo>
                  <a:pt x="1179873" y="8612019"/>
                </a:lnTo>
                <a:lnTo>
                  <a:pt x="1634612" y="8612019"/>
                </a:lnTo>
                <a:lnTo>
                  <a:pt x="4972151" y="8612019"/>
                </a:lnTo>
                <a:lnTo>
                  <a:pt x="0" y="0"/>
                </a:lnTo>
                <a:lnTo>
                  <a:pt x="0" y="86120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 14"/>
          <p:cNvSpPr/>
          <p:nvPr/>
        </p:nvSpPr>
        <p:spPr>
          <a:xfrm flipV="1">
            <a:off x="0" y="-102394"/>
            <a:ext cx="13274439" cy="10287000"/>
          </a:xfrm>
          <a:custGeom>
            <a:avLst/>
            <a:gdLst>
              <a:gd name="connsiteX0" fmla="*/ 0 w 13274439"/>
              <a:gd name="connsiteY0" fmla="*/ 0 h 10287000"/>
              <a:gd name="connsiteX1" fmla="*/ 1179873 w 13274439"/>
              <a:gd name="connsiteY1" fmla="*/ 0 h 10287000"/>
              <a:gd name="connsiteX2" fmla="*/ 1634612 w 13274439"/>
              <a:gd name="connsiteY2" fmla="*/ 0 h 10287000"/>
              <a:gd name="connsiteX3" fmla="*/ 7335238 w 13274439"/>
              <a:gd name="connsiteY3" fmla="*/ 0 h 10287000"/>
              <a:gd name="connsiteX4" fmla="*/ 13274439 w 13274439"/>
              <a:gd name="connsiteY4" fmla="*/ 10287000 h 10287000"/>
              <a:gd name="connsiteX5" fmla="*/ 1634612 w 13274439"/>
              <a:gd name="connsiteY5" fmla="*/ 10287000 h 10287000"/>
              <a:gd name="connsiteX6" fmla="*/ 1179873 w 13274439"/>
              <a:gd name="connsiteY6" fmla="*/ 10287000 h 10287000"/>
              <a:gd name="connsiteX7" fmla="*/ 0 w 13274439"/>
              <a:gd name="connsiteY7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74439" h="10287000">
                <a:moveTo>
                  <a:pt x="0" y="0"/>
                </a:moveTo>
                <a:lnTo>
                  <a:pt x="1179873" y="0"/>
                </a:lnTo>
                <a:lnTo>
                  <a:pt x="1634612" y="0"/>
                </a:lnTo>
                <a:lnTo>
                  <a:pt x="7335238" y="0"/>
                </a:lnTo>
                <a:lnTo>
                  <a:pt x="13274439" y="10287000"/>
                </a:lnTo>
                <a:lnTo>
                  <a:pt x="1634612" y="10287000"/>
                </a:lnTo>
                <a:lnTo>
                  <a:pt x="1179873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597626" y="1161440"/>
            <a:ext cx="5460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3600" b="1" dirty="0"/>
              <a:t>Model Selection &amp; Training</a:t>
            </a:r>
            <a:endParaRPr lang="en-US" altLang="zh-CN" sz="3600" b="1" spc="300" dirty="0">
              <a:solidFill>
                <a:schemeClr val="bg1"/>
              </a:solidFill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5138C-3B32-C1F4-80C6-E1CBB893D9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3A587FB-D7F5-41CC-8252-C7BED4B6CECF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1E4EA-A719-F4C5-7A2C-B1DE954435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Applied Robotics &amp; AI Solutions (ARAS) | K. N. </a:t>
            </a:r>
            <a:r>
              <a:rPr lang="en-US" dirty="0" err="1"/>
              <a:t>Toosi</a:t>
            </a:r>
            <a:r>
              <a:rPr lang="en-US" dirty="0"/>
              <a:t> Univ. of Tech.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8FDEF-AB80-42FD-568C-DC4D18F8C0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B2CAD5B-A750-4385-A5EC-9E734092058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BAB573-CCE0-43CC-8E66-64DD36A4C000}"/>
              </a:ext>
            </a:extLst>
          </p:cNvPr>
          <p:cNvSpPr txBox="1"/>
          <p:nvPr/>
        </p:nvSpPr>
        <p:spPr>
          <a:xfrm>
            <a:off x="597626" y="2307666"/>
            <a:ext cx="546027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Random Forest (Ensemble):</a:t>
            </a:r>
            <a:r>
              <a:rPr lang="en-US" dirty="0"/>
              <a:t> Chosen for its robustness to overfitting and interpretability.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B67FA-A585-4937-8009-BAAEB3B82BFB}"/>
              </a:ext>
            </a:extLst>
          </p:cNvPr>
          <p:cNvSpPr txBox="1"/>
          <p:nvPr/>
        </p:nvSpPr>
        <p:spPr>
          <a:xfrm>
            <a:off x="597626" y="3789195"/>
            <a:ext cx="546027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Multi-Layer Perceptron (MLP):</a:t>
            </a:r>
            <a:r>
              <a:rPr lang="en-US" dirty="0"/>
              <a:t> A deep learning approach to capture complex patterns.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A6155-3E6B-464D-ACAA-F15CEB4E12DB}"/>
              </a:ext>
            </a:extLst>
          </p:cNvPr>
          <p:cNvSpPr txBox="1"/>
          <p:nvPr/>
        </p:nvSpPr>
        <p:spPr>
          <a:xfrm>
            <a:off x="597626" y="5311475"/>
            <a:ext cx="518533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Optimization: </a:t>
            </a:r>
            <a:r>
              <a:rPr lang="en-US" dirty="0"/>
              <a:t>Used </a:t>
            </a:r>
            <a:r>
              <a:rPr lang="en-US" i="1" dirty="0" err="1"/>
              <a:t>GridSearchCV</a:t>
            </a:r>
            <a:r>
              <a:rPr lang="en-US" dirty="0"/>
              <a:t> with 5-fold Stratified Cross-Validation. </a:t>
            </a:r>
          </a:p>
        </p:txBody>
      </p:sp>
    </p:spTree>
    <p:extLst>
      <p:ext uri="{BB962C8B-B14F-4D97-AF65-F5344CB8AC3E}">
        <p14:creationId xmlns:p14="http://schemas.microsoft.com/office/powerpoint/2010/main" val="65668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5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#ppt_w*1.2*((1.5-1.5*$)^3-(1.5-1.5*$)^2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/2*($)^6">
                                          <p:val>
                                            <p:strVal val="0"/>
                                          </p:val>
                                        </p:tav>
                                        <p:tav tm="50000" fmla="#ppt_h-#ppt_h/2*(2-$)^6">
                                          <p:val>
                                            <p:strVal val="1"/>
                                          </p:val>
                                        </p:tav>
                                        <p:tav tm="100000">
                                          <p:val>
                                            <p:strVal val="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/2*($)^6">
                                          <p:val>
                                            <p:strVal val="0"/>
                                          </p:val>
                                        </p:tav>
                                        <p:tav tm="50000" fmla="#ppt_w-#ppt_w/2*(2-$)^6">
                                          <p:val>
                                            <p:strVal val="1"/>
                                          </p:val>
                                        </p:tav>
                                        <p:tav tm="100000">
                                          <p:val>
                                            <p:strVal val="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D448093-D9A9-4171-9B67-AEF7177D3C3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7488" r="7488"/>
          <a:stretch/>
        </p:blipFill>
        <p:spPr/>
      </p:pic>
      <p:sp>
        <p:nvSpPr>
          <p:cNvPr id="8" name="TextBox 7"/>
          <p:cNvSpPr txBox="1"/>
          <p:nvPr/>
        </p:nvSpPr>
        <p:spPr>
          <a:xfrm>
            <a:off x="12915900" y="2100649"/>
            <a:ext cx="4546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3200" b="1" dirty="0"/>
              <a:t>Impact of Dimensionality Reduction</a:t>
            </a:r>
            <a:endParaRPr lang="en-US" altLang="zh-CN" sz="32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76412-13F8-05F6-13BB-686533EA9A0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4EB225D-3C59-4377-887F-660999A8F6A9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5BB86E-44DF-2E54-DDFB-41A6F93417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B4DAA-85D3-981A-25BA-6087BC741C4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B2CAD5B-A750-4385-A5EC-9E734092058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62B766-4FAC-446B-901C-63F46BB2A383}"/>
              </a:ext>
            </a:extLst>
          </p:cNvPr>
          <p:cNvSpPr txBox="1"/>
          <p:nvPr/>
        </p:nvSpPr>
        <p:spPr>
          <a:xfrm>
            <a:off x="12915900" y="4448432"/>
            <a:ext cx="48778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Observation:</a:t>
            </a:r>
            <a:r>
              <a:rPr lang="en-US" dirty="0"/>
              <a:t> Training on the full dataset yielded better performance than PCA-reduced data.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5EDFCF-D8B9-4D01-8230-69C18DA48BC8}"/>
              </a:ext>
            </a:extLst>
          </p:cNvPr>
          <p:cNvSpPr txBox="1"/>
          <p:nvPr/>
        </p:nvSpPr>
        <p:spPr>
          <a:xfrm>
            <a:off x="12915900" y="6697362"/>
            <a:ext cx="454660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Efficiency:</a:t>
            </a:r>
            <a:r>
              <a:rPr lang="en-US" dirty="0"/>
              <a:t> Training time was negligible for this dataset size, making reduction unnecessary.</a:t>
            </a:r>
          </a:p>
        </p:txBody>
      </p:sp>
    </p:spTree>
    <p:extLst>
      <p:ext uri="{BB962C8B-B14F-4D97-AF65-F5344CB8AC3E}">
        <p14:creationId xmlns:p14="http://schemas.microsoft.com/office/powerpoint/2010/main" val="169961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#ppt_w*1.2*((1.5-1.5*$)^3-(1.5-1.5*$)^2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/2*($)^6">
                                          <p:val>
                                            <p:strVal val="0"/>
                                          </p:val>
                                        </p:tav>
                                        <p:tav tm="50000" fmla="#ppt_h-#ppt_h/2*(2-$)^6">
                                          <p:val>
                                            <p:strVal val="1"/>
                                          </p:val>
                                        </p:tav>
                                        <p:tav tm="100000">
                                          <p:val>
                                            <p:strVal val="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/2*($)^6">
                                          <p:val>
                                            <p:strVal val="0"/>
                                          </p:val>
                                        </p:tav>
                                        <p:tav tm="50000" fmla="#ppt_w-#ppt_w/2*(2-$)^6">
                                          <p:val>
                                            <p:strVal val="1"/>
                                          </p:val>
                                        </p:tav>
                                        <p:tav tm="100000">
                                          <p:val>
                                            <p:strVal val="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65302" y="2188834"/>
            <a:ext cx="57821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3600" b="1" dirty="0"/>
              <a:t>Model Performance Comparison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9739312"/>
            <a:ext cx="18287999" cy="547688"/>
          </a:xfrm>
        </p:spPr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83AD5-DE3A-9485-55DC-B35C2F9578A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603F8EF-94B4-499D-BFD7-40192B73E61B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70051A-A1A9-C88F-88C6-432255DFF3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F6B80-90D9-03FD-DA1D-5BC5B854F80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B2CAD5B-A750-4385-A5EC-9E734092058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A9480-681D-4C00-B539-F7F00163185D}"/>
              </a:ext>
            </a:extLst>
          </p:cNvPr>
          <p:cNvSpPr txBox="1"/>
          <p:nvPr/>
        </p:nvSpPr>
        <p:spPr>
          <a:xfrm>
            <a:off x="1765302" y="3706100"/>
            <a:ext cx="535219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Results:</a:t>
            </a:r>
            <a:r>
              <a:rPr lang="en-US" dirty="0"/>
              <a:t> Random Forest outperformed MLP across all metrics.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5523C3-7204-46BF-9C4B-F85A6CE56150}"/>
              </a:ext>
            </a:extLst>
          </p:cNvPr>
          <p:cNvSpPr txBox="1"/>
          <p:nvPr/>
        </p:nvSpPr>
        <p:spPr>
          <a:xfrm>
            <a:off x="1765302" y="5274690"/>
            <a:ext cx="42925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Accuracy:</a:t>
            </a:r>
            <a:r>
              <a:rPr lang="en-US" dirty="0"/>
              <a:t> RF (82%) vs. MLP (77%).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01311B-CCA2-47B4-BCCD-D908D4306A2E}"/>
              </a:ext>
            </a:extLst>
          </p:cNvPr>
          <p:cNvSpPr txBox="1"/>
          <p:nvPr/>
        </p:nvSpPr>
        <p:spPr>
          <a:xfrm>
            <a:off x="1765302" y="6919784"/>
            <a:ext cx="429259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Recall:</a:t>
            </a:r>
            <a:r>
              <a:rPr lang="en-US" dirty="0"/>
              <a:t> RF achieved a significantly higher recall of 85%.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FC785F-CE34-46AA-8FC1-A96C88283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0" y="3389163"/>
            <a:ext cx="6172200" cy="392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80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#ppt_w*1.2*((1.5-1.5*$)^3-(1.5-1.5*$)^2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3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/2*($)^6">
                                          <p:val>
                                            <p:strVal val="0"/>
                                          </p:val>
                                        </p:tav>
                                        <p:tav tm="50000" fmla="#ppt_h-#ppt_h/2*(2-$)^6">
                                          <p:val>
                                            <p:strVal val="1"/>
                                          </p:val>
                                        </p:tav>
                                        <p:tav tm="100000">
                                          <p:val>
                                            <p:strVal val="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4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/2*($)^6">
                                          <p:val>
                                            <p:strVal val="0"/>
                                          </p:val>
                                        </p:tav>
                                        <p:tav tm="50000" fmla="#ppt_w-#ppt_w/2*(2-$)^6">
                                          <p:val>
                                            <p:strVal val="1"/>
                                          </p:val>
                                        </p:tav>
                                        <p:tav tm="100000">
                                          <p:val>
                                            <p:strVal val="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1A6A2-3DDF-57F7-4FB6-539B6A1D43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8541C4-9792-9800-E422-AA8DC0BD15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B2CAD5B-A750-4385-A5EC-9E734092058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4BEED4-7938-4E96-A301-84933AC77474}"/>
              </a:ext>
            </a:extLst>
          </p:cNvPr>
          <p:cNvSpPr txBox="1"/>
          <p:nvPr/>
        </p:nvSpPr>
        <p:spPr>
          <a:xfrm>
            <a:off x="271849" y="790832"/>
            <a:ext cx="51002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Confusion Matrix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0591E9-52DA-4686-AD81-CD945D79BCF5}"/>
              </a:ext>
            </a:extLst>
          </p:cNvPr>
          <p:cNvSpPr txBox="1"/>
          <p:nvPr/>
        </p:nvSpPr>
        <p:spPr>
          <a:xfrm>
            <a:off x="271849" y="3707027"/>
            <a:ext cx="45225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Clinical Reliability:</a:t>
            </a:r>
            <a:r>
              <a:rPr lang="en-US" dirty="0"/>
              <a:t> Random Forest produced fewer False Negatives (5) compared to MLP (9).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068987-F6B6-4AD1-8284-CDEFE0167AEA}"/>
              </a:ext>
            </a:extLst>
          </p:cNvPr>
          <p:cNvSpPr txBox="1"/>
          <p:nvPr/>
        </p:nvSpPr>
        <p:spPr>
          <a:xfrm>
            <a:off x="271849" y="6499654"/>
            <a:ext cx="45225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Insight:</a:t>
            </a:r>
            <a:r>
              <a:rPr lang="en-US" dirty="0"/>
              <a:t> Lower False Negatives are critical in medical diagnostics to avoid missing actual cases.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9F2017-0FDC-4E5A-9513-1AC25327E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87" y="204787"/>
            <a:ext cx="12881321" cy="932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99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/>
          <p:cNvSpPr/>
          <p:nvPr/>
        </p:nvSpPr>
        <p:spPr>
          <a:xfrm flipV="1">
            <a:off x="2" y="3178045"/>
            <a:ext cx="5176143" cy="7108953"/>
          </a:xfrm>
          <a:custGeom>
            <a:avLst/>
            <a:gdLst>
              <a:gd name="connsiteX0" fmla="*/ 1 w 5176143"/>
              <a:gd name="connsiteY0" fmla="*/ 0 h 7108953"/>
              <a:gd name="connsiteX1" fmla="*/ 3243332 w 5176143"/>
              <a:gd name="connsiteY1" fmla="*/ 0 h 7108953"/>
              <a:gd name="connsiteX2" fmla="*/ 5176143 w 5176143"/>
              <a:gd name="connsiteY2" fmla="*/ 1932810 h 7108953"/>
              <a:gd name="connsiteX3" fmla="*/ 0 w 5176143"/>
              <a:gd name="connsiteY3" fmla="*/ 7108953 h 7108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6143" h="7108953">
                <a:moveTo>
                  <a:pt x="1" y="0"/>
                </a:moveTo>
                <a:lnTo>
                  <a:pt x="3243332" y="0"/>
                </a:lnTo>
                <a:lnTo>
                  <a:pt x="5176143" y="1932810"/>
                </a:lnTo>
                <a:lnTo>
                  <a:pt x="0" y="71089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574557" y="1959629"/>
            <a:ext cx="4852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3600" b="1" dirty="0"/>
              <a:t>Feature Importance</a:t>
            </a:r>
            <a:endParaRPr lang="en-US" altLang="zh-CN" sz="3600" b="1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Roboto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18" name="Freeform 17"/>
          <p:cNvSpPr/>
          <p:nvPr/>
        </p:nvSpPr>
        <p:spPr>
          <a:xfrm rot="2700000">
            <a:off x="928668" y="-937319"/>
            <a:ext cx="1874639" cy="1874639"/>
          </a:xfrm>
          <a:custGeom>
            <a:avLst/>
            <a:gdLst>
              <a:gd name="connsiteX0" fmla="*/ 0 w 1874639"/>
              <a:gd name="connsiteY0" fmla="*/ 1874639 h 1874639"/>
              <a:gd name="connsiteX1" fmla="*/ 1874639 w 1874639"/>
              <a:gd name="connsiteY1" fmla="*/ 0 h 1874639"/>
              <a:gd name="connsiteX2" fmla="*/ 1874639 w 1874639"/>
              <a:gd name="connsiteY2" fmla="*/ 1874639 h 1874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4639" h="1874639">
                <a:moveTo>
                  <a:pt x="0" y="1874639"/>
                </a:moveTo>
                <a:lnTo>
                  <a:pt x="1874639" y="0"/>
                </a:lnTo>
                <a:lnTo>
                  <a:pt x="1874639" y="187463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0132540" y="4324864"/>
            <a:ext cx="8155459" cy="5962135"/>
          </a:xfrm>
        </p:spPr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286B6-6169-54D8-8F42-A33F9B8BF81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170D57E-898B-4F61-ABBA-366037DFBA85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55EED-49D8-DA41-B1C3-FBD7738B14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B0633-21EF-4A13-6ADC-BADBE65B52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B2CAD5B-A750-4385-A5EC-9E734092058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B9BB4B-A430-4D94-BD05-53E42D910E2F}"/>
              </a:ext>
            </a:extLst>
          </p:cNvPr>
          <p:cNvSpPr txBox="1"/>
          <p:nvPr/>
        </p:nvSpPr>
        <p:spPr>
          <a:xfrm>
            <a:off x="1574556" y="3364126"/>
            <a:ext cx="55429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 Predictors:</a:t>
            </a:r>
            <a:r>
              <a:rPr lang="en-US" dirty="0"/>
              <a:t> Chest Pain (cp), Thalassemia (</a:t>
            </a:r>
            <a:r>
              <a:rPr lang="en-US" dirty="0" err="1"/>
              <a:t>thal</a:t>
            </a:r>
            <a:r>
              <a:rPr lang="en-US" dirty="0"/>
              <a:t>), and Number of Major Vessels (ca).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366883-2951-4AD3-AF66-A98F525F5FD3}"/>
              </a:ext>
            </a:extLst>
          </p:cNvPr>
          <p:cNvSpPr txBox="1"/>
          <p:nvPr/>
        </p:nvSpPr>
        <p:spPr>
          <a:xfrm>
            <a:off x="1574556" y="5758249"/>
            <a:ext cx="5542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Validation:</a:t>
            </a:r>
            <a:r>
              <a:rPr lang="en-US" dirty="0"/>
              <a:t> The model’s logic aligns with established clinical risk factors.</a:t>
            </a:r>
          </a:p>
        </p:txBody>
      </p:sp>
    </p:spTree>
    <p:extLst>
      <p:ext uri="{BB962C8B-B14F-4D97-AF65-F5344CB8AC3E}">
        <p14:creationId xmlns:p14="http://schemas.microsoft.com/office/powerpoint/2010/main" val="153273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-#ppt_w*1.2*((1.5-1.5*$)^3-(1.5-1.5*$)^2)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/2*($)^6">
                                          <p:val>
                                            <p:strVal val="0"/>
                                          </p:val>
                                        </p:tav>
                                        <p:tav tm="50000" fmla="#ppt_h-#ppt_h/2*(2-$)^6">
                                          <p:val>
                                            <p:strVal val="1"/>
                                          </p:val>
                                        </p:tav>
                                        <p:tav tm="100000">
                                          <p:val>
                                            <p:strVal val="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7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/2*($)^6">
                                          <p:val>
                                            <p:strVal val="0"/>
                                          </p:val>
                                        </p:tav>
                                        <p:tav tm="50000" fmla="#ppt_w-#ppt_w/2*(2-$)^6">
                                          <p:val>
                                            <p:strVal val="1"/>
                                          </p:val>
                                        </p:tav>
                                        <p:tav tm="100000">
                                          <p:val>
                                            <p:strVal val="2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/>
          <p:cNvSpPr/>
          <p:nvPr/>
        </p:nvSpPr>
        <p:spPr>
          <a:xfrm>
            <a:off x="1" y="1"/>
            <a:ext cx="2767914" cy="6301946"/>
          </a:xfrm>
          <a:custGeom>
            <a:avLst/>
            <a:gdLst>
              <a:gd name="connsiteX0" fmla="*/ 1 w 5176143"/>
              <a:gd name="connsiteY0" fmla="*/ 0 h 7108953"/>
              <a:gd name="connsiteX1" fmla="*/ 3243332 w 5176143"/>
              <a:gd name="connsiteY1" fmla="*/ 0 h 7108953"/>
              <a:gd name="connsiteX2" fmla="*/ 5176143 w 5176143"/>
              <a:gd name="connsiteY2" fmla="*/ 1932810 h 7108953"/>
              <a:gd name="connsiteX3" fmla="*/ 0 w 5176143"/>
              <a:gd name="connsiteY3" fmla="*/ 7108953 h 7108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6143" h="7108953">
                <a:moveTo>
                  <a:pt x="1" y="0"/>
                </a:moveTo>
                <a:lnTo>
                  <a:pt x="3243332" y="0"/>
                </a:lnTo>
                <a:lnTo>
                  <a:pt x="5176143" y="1932810"/>
                </a:lnTo>
                <a:lnTo>
                  <a:pt x="0" y="71089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>
          <a:xfrm>
            <a:off x="11687630" y="0"/>
            <a:ext cx="6600371" cy="4511088"/>
          </a:xfrm>
        </p:spPr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84E76AC-D5C0-639F-2393-7303E5C577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48" y="793847"/>
            <a:ext cx="1438871" cy="42162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6E67E-BA7D-4660-18CA-34A3515B39D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E8F0DB4-D905-42A6-9F92-577BD4681955}" type="datetime4">
              <a:rPr lang="en-US" smtClean="0"/>
              <a:t>February 12,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54856-E068-7611-7D2C-E6466D85EB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Applied Robotics &amp; AI Solutions (ARAS) | K. N. Toosi Univ. of Tech.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6A7DE2-0A17-FA2F-0B28-31189287C1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B2CAD5B-A750-4385-A5EC-9E734092058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CFF7B2-F7C3-4579-A425-B40E7BB16301}"/>
              </a:ext>
            </a:extLst>
          </p:cNvPr>
          <p:cNvSpPr txBox="1"/>
          <p:nvPr/>
        </p:nvSpPr>
        <p:spPr>
          <a:xfrm>
            <a:off x="3929449" y="2051222"/>
            <a:ext cx="4868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Conclusion &amp; Future 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473F8-EBC6-4E68-95C8-64BEB79521F1}"/>
              </a:ext>
            </a:extLst>
          </p:cNvPr>
          <p:cNvSpPr txBox="1"/>
          <p:nvPr/>
        </p:nvSpPr>
        <p:spPr>
          <a:xfrm>
            <a:off x="2545492" y="4201297"/>
            <a:ext cx="7216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Summary:</a:t>
            </a:r>
            <a:r>
              <a:rPr lang="en-US" dirty="0"/>
              <a:t> Random Forest is the superior and safer choice for this clinical screening task.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08CB7C-C991-4266-8C40-3D3FDBF27094}"/>
              </a:ext>
            </a:extLst>
          </p:cNvPr>
          <p:cNvSpPr txBox="1"/>
          <p:nvPr/>
        </p:nvSpPr>
        <p:spPr>
          <a:xfrm>
            <a:off x="2545492" y="5758249"/>
            <a:ext cx="6598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Future Work:</a:t>
            </a:r>
            <a:r>
              <a:rPr lang="en-US" dirty="0"/>
              <a:t> Tuning classification thresholds to further increase Sensitivity.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B4AC2-8B7F-4989-ADB8-4727F35BE999}"/>
              </a:ext>
            </a:extLst>
          </p:cNvPr>
          <p:cNvSpPr txBox="1"/>
          <p:nvPr/>
        </p:nvSpPr>
        <p:spPr>
          <a:xfrm>
            <a:off x="2792629" y="6994907"/>
            <a:ext cx="65985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Expansion:</a:t>
            </a:r>
            <a:r>
              <a:rPr lang="en-US" dirty="0"/>
              <a:t> Implementing Ensemble Stacking to boost overall accuracy.</a:t>
            </a:r>
          </a:p>
        </p:txBody>
      </p:sp>
    </p:spTree>
    <p:extLst>
      <p:ext uri="{BB962C8B-B14F-4D97-AF65-F5344CB8AC3E}">
        <p14:creationId xmlns:p14="http://schemas.microsoft.com/office/powerpoint/2010/main" val="70956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ustom 59">
      <a:majorFont>
        <a:latin typeface="Gilroy ExtraBold"/>
        <a:ea typeface="Microsoft YaHei UI"/>
        <a:cs typeface=""/>
      </a:majorFont>
      <a:minorFont>
        <a:latin typeface="Gilroy Light"/>
        <a:ea typeface="Microsoft YaHei UI Light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e7d195523061f1c0 xmlns="http://e7d195523061f1c0/custom/data/def">
  <_7b1dac89e7d195523061f1c0316ecb71 xmlns="">e7d195523061f1c0cef09ac28eaae964ec9988a5cce77c8b8C1E4685C6E6B40CD7615480512384A61EE159C6FE0045D14B61E85D0A95589D558B81FFC809322ACC20DC2254D928200A3EA0841B8B1814961BE795024DFDEF45878460D5EEC04B3DB4C246007153409DEDE37CA726A66AF19B77CE744E11CADCFB09B3408DEC1F688348922E38CCEE</_7b1dac89e7d195523061f1c0316ecb71>
  <_7b1dac89e7d195523061f1c0316ecb71 xmlns="">e7d195523061f1c0cef09ac28eaae964ec9988a5cce77c8b8C1E4685C6E6B40CD7615480512384A61EE159C6FE0045D14B61E85D0A95589D558B81FFC809322ACC20DC2254D928200A3EA0841B8B1814961BE795024DFDEFCC1129033FEC21F5C5BDE68E2B7A1F8E41338FB0DD71548A78ADD1F5722F5FD965480A64BD076FD2328431DAE9622527</_7b1dac89e7d195523061f1c0316ecb71>
  <_7b1dac89e7d195523061f1c0316ecb71 xmlns="">e7d195523061f1c0cef09ac28eaae964ec9988a5cce77c8b8C1E4685C6E6B40CD7615480512384A61EE159C6FE0045D14B61E85D0A95589D558B81FFC809322ACC20DC2254D928200A3EA0841B8B18144DC47CBD04FCA384408AF03A26AFFDF192346722787A389DB6D6BE826066A063ECDC78A932AD2721B5CFDE870F76DE7C3CCE2B9A07730B5F</_7b1dac89e7d195523061f1c0316ecb71>
  <_7b1dac89e7d195523061f1c0316ecb71 xmlns="">e7d195523061f1c0cef09ac28eaae964ec9988a5cce77c8b8C1E4685C6E6B40CD7615480512384A61EE159C6FE0045D14B61E85D0A95589D558B81FFC809322ACC20DC2254D928200A3EA0841B8B18146B5918F8DA8F2BB8EBBD78811AB79BAD25B3D3572375DC872E76B122646A4CFEC757C0C5DC45C58AA1C19C5F82E1244272D3D963277B72E4</_7b1dac89e7d195523061f1c0316ecb71>
  <_7b1dac89e7d195523061f1c0316ecb71 xmlns="">e7d195523061f1c0cef09ac28eaae964ec9988a5cce77c8b8C1E4685C6E6B40CD7615480512384A61EE159C6FE0045D14B61E85D0A95589D558B81FFC809322ACC20DC2254D928200A3EA0841B8B1814D46540F92FDE0CC7D2E4FED8FEEFC6C9A68F4EFD8E967F607C3A4874F08B710D4B9EDAF2198A37174DB562817F68A467C4A8AF4E469EC69C</_7b1dac89e7d195523061f1c0316ecb71>
  <_7b1dac89e7d195523061f1c0316ecb71 xmlns="">e7d195523061f1c0cef09ac28eaae964ec9988a5cce77c8b8C1E4685C6E6B40CD7615480512384A61EE159C6FE0045D14B61E85D0A95589D558B81FFC809322ACC20DC2254D928200A3EA0841B8B1814D46540F92FDE0CC7F1A0A352A74694BDC8D7E096E6A67150D06CE09000740E4468C0E429E53B576B791DC034A987477FBCAC6FCDEEA8FDF8</_7b1dac89e7d195523061f1c0316ecb71>
  <_7b1dac89e7d195523061f1c0316ecb71 xmlns="">e7d195523061f1c0cef09ac28eaae964ec9988a5cce77c8b8C1E4685C6E6B40CD7615480512384A61EE159C6FE0045D14B61E85D0A95589D558B81FFC809322ACC20DC2254D928200A3EA0841B8B18142FBE450CA6476861A085A53B0B0F3C0501F176467351CFE8A50B523E8722B0960368A29699C716E5560DC472CD7028D123F7EF4AA3569329</_7b1dac89e7d195523061f1c0316ecb71>
  <_7b1dac89e7d195523061f1c0316ecb71 xmlns="">e7d195523061f1c0cef09ac28eaae964ec9988a5cce77c8b8C1E4685C6E6B40CD7615480512384A61EE159C6FE0045D14B61E85D0A95589D558B81FFC809322ACC20DC2254D928200A3EA0841B8B181497967B5C7141FB2B73FA35BB466BBE4B7AEDFC2ECE8ED32C637BBE79C8274B940C4D097F2D520BB92E21F9B7E46A13F753F53D832A761DC01D64101EEDBAA6DE</_7b1dac89e7d195523061f1c0316ecb71>
  <_7b1dac89e7d195523061f1c0316ecb71 xmlns="">e7d195523061f1c0cef09ac28eaae964ec9988a5cce77c8b8C1E4685C6E6B40CD7615480512384A61EE159C6FE0045D14B61E85D0A95589D558B81FFC809322ACC20DC2254D928200A3EA0841B8B1814CCEAFA1407BA82CF1A1F8602E4545942575339612F352FC1C793AA89CE956E3FED3286C44BBFE36EF33792E4E3AF4980969F2A19EBE68C21</_7b1dac89e7d195523061f1c0316ecb71>
  <_7b1dac89e7d195523061f1c0316ecb71 xmlns="">e7d195523061f1c0cef09ac28eaae964ec9988a5cce77c8b8C1E4685C6E6B40CD7615480512384A61EE159C6FE0045D14B61E85D0A95589D558B81FFC809322ACC20DC2254D928200A3EA0841B8B18141B9F7DD698B7CCF44C9216763E8A16F8F569E8958EDB0333C8BFA7609389EEC4801C7DDBD37B372814389AA2C39DB34C7B07EB3752B9F665</_7b1dac89e7d195523061f1c0316ecb71>
  <_7b1dac89e7d195523061f1c0316ecb71 xmlns="">e7d195523061f1c0cef09ac28eaae964ec9988a5cce77c8b8C1E4685C6E6B40CD7615480512384A61EE159C6FE0045D14B61E85D0A95589D558B81FFC809322ACC20DC2254D928200A3EA0841B8B1814698A4C960560469CA8A8F3F9287BE9713BB2BEEFF16769B86F03514EDC2D637C22BECE1BFABBC94AC3116D8CD2ACAFD5170249B213C49E4D</_7b1dac89e7d195523061f1c0316ecb71>
  <_7b1dac89e7d195523061f1c0316ecb71 xmlns="">e7d195523061f1c0cef09ac28eaae964ec9988a5cce77c8b8C1E4685C6E6B40CD7615480512384A61EE159C6FE0045D14B61E85D0A95589D558B81FFC809322ACC20DC2254D928200A3EA0841B8B181425E75F621A0737AE1BF7D07EA7969786D68EDEADF71E79D44BC2C687233A866F34D79438FD6F1D02587CB78DE60651920A5F539071126543</_7b1dac89e7d195523061f1c0316ecb71>
  <_7b1dac89e7d195523061f1c0316ecb71 xmlns="">e7d195523061f1c0cef09ac28eaae964ec9988a5cce77c8b8C1E4685C6E6B40CD7615480512384A61EE159C6FE0045D14B61E85D0A95589D558B81FFC809322ACC20DC2254D928200A3EA0841B8B18145D7DC62DE5AA0F7A4D8411BCF39BBBCEC08D09261D6A1BBC7EE625E59B150391F5232318D27653B00040D334DDB89C325FA32DA05BD12AB5</_7b1dac89e7d195523061f1c0316ecb71>
</e7d195523061f1c0>
</file>

<file path=customXml/itemProps1.xml><?xml version="1.0" encoding="utf-8"?>
<ds:datastoreItem xmlns:ds="http://schemas.openxmlformats.org/officeDocument/2006/customXml" ds:itemID="{01BAF993-C85B-4CE1-B9E0-C79EAD7A96BF}">
  <ds:schemaRefs>
    <ds:schemaRef ds:uri="http://e7d195523061f1c0/custom/data/def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95601</TotalTime>
  <Words>636</Words>
  <Application>Microsoft Office PowerPoint</Application>
  <PresentationFormat>Custom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Josefin Sans</vt:lpstr>
      <vt:lpstr>Arial</vt:lpstr>
      <vt:lpstr>Roboto</vt:lpstr>
      <vt:lpstr>Gilroy Light</vt:lpstr>
      <vt:lpstr>Gilroy ExtraBold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©PPTSTORE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©PPTSTORE</dc:creator>
  <dc:description>©PPTSTORE 版权所有</dc:description>
  <cp:lastModifiedBy>mrezahosseinii4@gmail.com</cp:lastModifiedBy>
  <cp:revision>3083</cp:revision>
  <dcterms:created xsi:type="dcterms:W3CDTF">2015-11-23T02:03:38Z</dcterms:created>
  <dcterms:modified xsi:type="dcterms:W3CDTF">2026-02-12T18:00:23Z</dcterms:modified>
</cp:coreProperties>
</file>